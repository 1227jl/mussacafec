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" d="100"/>
          <a:sy n="11" d="100"/>
        </p:scale>
        <p:origin x="231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455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89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183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88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085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522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957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993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268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401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262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F0179-9A1B-4EBE-A250-68FE73C7DA88}" type="datetimeFigureOut">
              <a:rPr lang="es-CO" smtClean="0"/>
              <a:t>15/08/2023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B073D-2E96-4B1C-869E-1177F596D9C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7262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C9150709-2EA2-5C4B-CF52-AE2A92C66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399288" cy="4319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1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Zamir Alexander Gomez</dc:creator>
  <cp:lastModifiedBy>LENOVO</cp:lastModifiedBy>
  <cp:revision>13</cp:revision>
  <dcterms:created xsi:type="dcterms:W3CDTF">2022-10-25T22:32:10Z</dcterms:created>
  <dcterms:modified xsi:type="dcterms:W3CDTF">2023-08-16T03:45:41Z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SetDate">
    <vt:lpwstr>2022-10-25T22:38:37Z</vt:lpwstr>
  </property>
  <property fmtid="{D5CDD505-2E9C-101B-9397-08002B2CF9AE}" pid="4" name="MSIP_Label_1299739c-ad3d-4908-806e-4d91151a6e13_Method">
    <vt:lpwstr>Standard</vt:lpwstr>
  </property>
  <property fmtid="{D5CDD505-2E9C-101B-9397-08002B2CF9AE}" pid="5" name="MSIP_Label_1299739c-ad3d-4908-806e-4d91151a6e13_Name">
    <vt:lpwstr>All Employees (Unrestricted)</vt:lpwstr>
  </property>
  <property fmtid="{D5CDD505-2E9C-101B-9397-08002B2CF9AE}" pid="6" name="MSIP_Label_1299739c-ad3d-4908-806e-4d91151a6e13_SiteId">
    <vt:lpwstr>cbc2c381-2f2e-4d93-91d1-506c9316ace7</vt:lpwstr>
  </property>
  <property fmtid="{D5CDD505-2E9C-101B-9397-08002B2CF9AE}" pid="7" name="MSIP_Label_1299739c-ad3d-4908-806e-4d91151a6e13_ActionId">
    <vt:lpwstr>6f029296-5094-4ac2-8c74-a2967c029180</vt:lpwstr>
  </property>
  <property fmtid="{D5CDD505-2E9C-101B-9397-08002B2CF9AE}" pid="8" name="MSIP_Label_1299739c-ad3d-4908-806e-4d91151a6e13_ContentBits">
    <vt:lpwstr>0</vt:lpwstr>
  </property>
</Properties>
</file>