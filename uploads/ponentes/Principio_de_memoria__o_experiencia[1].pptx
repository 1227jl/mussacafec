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44" r:id="rId4"/>
  </p:sldMasterIdLst>
  <p:notesMasterIdLst>
    <p:notesMasterId r:id="rId11"/>
  </p:notesMasterIdLst>
  <p:handoutMasterIdLst>
    <p:handoutMasterId r:id="rId12"/>
  </p:handoutMasterIdLst>
  <p:sldIdLst>
    <p:sldId id="256" r:id="rId5"/>
    <p:sldId id="258" r:id="rId6"/>
    <p:sldId id="260" r:id="rId7"/>
    <p:sldId id="275" r:id="rId8"/>
    <p:sldId id="264" r:id="rId9"/>
    <p:sldId id="274" r:id="rId10"/>
  </p:sldIdLst>
  <p:sldSz cx="12192000" cy="6858000"/>
  <p:notesSz cx="6858000" cy="9144000"/>
  <p:defaultTextStyle>
    <a:defPPr rtl="0">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DB35932-7046-449F-9192-26400B9032EC}" v="5" dt="2023-08-24T23:24:02.071"/>
  </p1510:revLst>
</p1510:revInfo>
</file>

<file path=ppt/tableStyles.xml><?xml version="1.0" encoding="utf-8"?>
<a:tblStyleLst xmlns:a="http://schemas.openxmlformats.org/drawingml/2006/main" def="{5C22544A-7EE6-4342-B048-85BDC9FD1C3A}">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Estilo temático 1 - Énfasis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E8B1032C-EA38-4F05-BA0D-38AFFFC7BED3}" styleName="Estilo claro 3 - Acento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10A1B5D5-9B99-4C35-A422-299274C87663}" styleName="Estilo medio 1 - Énfasis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handoutMaster" Target="handoutMasters/handoutMaster1.xml"/><Relationship Id="rId17"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duar cruz" userId="559a513f94d71c92" providerId="Windows Live" clId="Web-{6DB35932-7046-449F-9192-26400B9032EC}"/>
    <pc:docChg chg="modSld sldOrd">
      <pc:chgData name="eduar cruz" userId="559a513f94d71c92" providerId="Windows Live" clId="Web-{6DB35932-7046-449F-9192-26400B9032EC}" dt="2023-08-24T23:24:02.071" v="3"/>
      <pc:docMkLst>
        <pc:docMk/>
      </pc:docMkLst>
      <pc:sldChg chg="modSp ord">
        <pc:chgData name="eduar cruz" userId="559a513f94d71c92" providerId="Windows Live" clId="Web-{6DB35932-7046-449F-9192-26400B9032EC}" dt="2023-08-24T23:24:02.071" v="3"/>
        <pc:sldMkLst>
          <pc:docMk/>
          <pc:sldMk cId="1429390259" sldId="260"/>
        </pc:sldMkLst>
        <pc:spChg chg="mod">
          <ac:chgData name="eduar cruz" userId="559a513f94d71c92" providerId="Windows Live" clId="Web-{6DB35932-7046-449F-9192-26400B9032EC}" dt="2023-08-24T23:23:55.540" v="2" actId="20577"/>
          <ac:spMkLst>
            <pc:docMk/>
            <pc:sldMk cId="1429390259" sldId="260"/>
            <ac:spMk id="2" creationId="{F188652B-B439-4AB5-8773-417F1E05177E}"/>
          </ac:spMkLst>
        </pc:spChg>
      </pc:sldChg>
      <pc:sldChg chg="ord">
        <pc:chgData name="eduar cruz" userId="559a513f94d71c92" providerId="Windows Live" clId="Web-{6DB35932-7046-449F-9192-26400B9032EC}" dt="2023-08-24T23:23:38.211" v="0"/>
        <pc:sldMkLst>
          <pc:docMk/>
          <pc:sldMk cId="187374373" sldId="275"/>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E5B76ED-C686-4E97-9A28-74231B4FDDD1}" type="doc">
      <dgm:prSet loTypeId="urn:microsoft.com/office/officeart/2009/3/layout/CircleRelationship" loCatId="relationship" qsTypeId="urn:microsoft.com/office/officeart/2005/8/quickstyle/simple4" qsCatId="simple" csTypeId="urn:microsoft.com/office/officeart/2005/8/colors/accent1_2" csCatId="accent1" phldr="1"/>
      <dgm:spPr/>
      <dgm:t>
        <a:bodyPr rtlCol="0"/>
        <a:lstStyle/>
        <a:p>
          <a:pPr rtl="0"/>
          <a:endParaRPr lang="en-US"/>
        </a:p>
      </dgm:t>
    </dgm:pt>
    <dgm:pt modelId="{EC323DFF-E2DA-4381-8948-5F3D2CD82207}" type="pres">
      <dgm:prSet presAssocID="{BE5B76ED-C686-4E97-9A28-74231B4FDDD1}" presName="Name0" presStyleCnt="0">
        <dgm:presLayoutVars>
          <dgm:chMax val="1"/>
          <dgm:chPref val="1"/>
        </dgm:presLayoutVars>
      </dgm:prSet>
      <dgm:spPr/>
    </dgm:pt>
  </dgm:ptLst>
  <dgm:cxnLst>
    <dgm:cxn modelId="{A3AC16E3-96A0-4DCE-A502-BF3413F7EEBB}" type="presOf" srcId="{BE5B76ED-C686-4E97-9A28-74231B4FDDD1}" destId="{EC323DFF-E2DA-4381-8948-5F3D2CD82207}" srcOrd="0" destOrd="0" presId="urn:microsoft.com/office/officeart/2009/3/layout/CircleRelationship"/>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9/3/layout/CircleRelationship">
  <dgm:title val=""/>
  <dgm:desc val=""/>
  <dgm:catLst>
    <dgm:cat type="relationship" pri="1500"/>
  </dgm:catLst>
  <dgm:sampData>
    <dgm:dataModel>
      <dgm:ptLst>
        <dgm:pt modelId="0" type="doc"/>
        <dgm:pt modelId="10">
          <dgm:prSet phldr="1"/>
        </dgm:pt>
        <dgm:pt modelId="11">
          <dgm:prSet phldr="1"/>
        </dgm:pt>
        <dgm:pt modelId="12">
          <dgm:prSet phldr="1"/>
        </dgm:pt>
      </dgm:ptLst>
      <dgm:cxnLst>
        <dgm:cxn modelId="20" srcId="0" destId="10" srcOrd="0" destOrd="0"/>
        <dgm:cxn modelId="21" srcId="10" destId="11" srcOrd="0" destOrd="0"/>
        <dgm:cxn modelId="22" srcId="10" destId="12" srcOrd="0" destOrd="0"/>
      </dgm:cxnLst>
      <dgm:bg/>
      <dgm:whole/>
    </dgm:dataModel>
  </dgm:sampData>
  <dgm:styleData>
    <dgm:dataModel>
      <dgm:ptLst>
        <dgm:pt modelId="0" type="doc"/>
        <dgm:pt modelId="10">
          <dgm:prSet phldr="1"/>
        </dgm:pt>
        <dgm:pt modelId="11">
          <dgm:prSet phldr="1"/>
        </dgm:pt>
        <dgm:pt modelId="12">
          <dgm:prSet phldr="1"/>
        </dgm:pt>
      </dgm:ptLst>
      <dgm:cxnLst>
        <dgm:cxn modelId="20" srcId="0" destId="10" srcOrd="0" destOrd="0"/>
        <dgm:cxn modelId="21" srcId="10" destId="11" srcOrd="0" destOrd="0"/>
        <dgm:cxn modelId="22" srcId="10" destId="12" srcOrd="0" destOrd="0"/>
      </dgm:cxnLst>
      <dgm:bg/>
      <dgm:whole/>
    </dgm:dataModel>
  </dgm:styleData>
  <dgm:clrData>
    <dgm:dataModel>
      <dgm:ptLst>
        <dgm:pt modelId="0" type="doc"/>
        <dgm:pt modelId="10">
          <dgm:prSet phldr="1"/>
        </dgm:pt>
        <dgm:pt modelId="11">
          <dgm:prSet phldr="1"/>
        </dgm:pt>
        <dgm:pt modelId="12">
          <dgm:prSet phldr="1"/>
        </dgm:pt>
      </dgm:ptLst>
      <dgm:cxnLst>
        <dgm:cxn modelId="20" srcId="0" destId="10" srcOrd="0" destOrd="0"/>
        <dgm:cxn modelId="21" srcId="10" destId="11" srcOrd="0" destOrd="0"/>
        <dgm:cxn modelId="22" srcId="10" destId="12" srcOrd="0" destOrd="0"/>
      </dgm:cxnLst>
      <dgm:bg/>
      <dgm:whole/>
    </dgm:dataModel>
  </dgm:clrData>
  <dgm:layoutNode name="Name0">
    <dgm:varLst>
      <dgm:chMax val="1"/>
      <dgm:chPref val="1"/>
    </dgm:varLst>
    <dgm:shape xmlns:r="http://schemas.openxmlformats.org/officeDocument/2006/relationships" r:blip="">
      <dgm:adjLst/>
    </dgm:shape>
    <dgm:choose name="Name1">
      <dgm:if name="Name2" axis="ch ch" ptType="node node" func="cnt" op="equ" val="0">
        <dgm:alg type="composite">
          <dgm:param type="ar" val="0.98"/>
        </dgm:alg>
        <dgm:constrLst>
          <dgm:constr type="primFontSz" for="des" ptType="node" op="equ" val="65"/>
          <dgm:constr type="l" for="ch" forName="Parent" refType="w" fact="0"/>
          <dgm:constr type="t" for="ch" forName="Parent" refType="h" fact="0.039"/>
          <dgm:constr type="w" for="ch" forName="Parent" refType="w" fact="0.8734"/>
          <dgm:constr type="h" for="ch" forName="Parent" refType="h" fact="0.856"/>
          <dgm:constr type="l" for="ch" forName="Accent1" refType="w" fact="0.4984"/>
          <dgm:constr type="t" for="ch" forName="Accent1" refType="h" fact="0"/>
          <dgm:constr type="w" for="ch" forName="Accent1" refType="w" fact="0.0972"/>
          <dgm:constr type="h" for="ch" forName="Accent1" refType="h" fact="0.0952"/>
          <dgm:constr type="l" for="ch" forName="Accent2" refType="w" fact="0.2684"/>
          <dgm:constr type="t" for="ch" forName="Accent2" refType="h" fact="0.8314"/>
          <dgm:constr type="w" for="ch" forName="Accent2" refType="w" fact="0.0704"/>
          <dgm:constr type="h" for="ch" forName="Accent2" refType="h" fact="0.069"/>
          <dgm:constr type="l" for="ch" forName="Accent3" refType="w" fact="0.9296"/>
          <dgm:constr type="t" for="ch" forName="Accent3" refType="h" fact="0.3864"/>
          <dgm:constr type="w" for="ch" forName="Accent3" refType="w" fact="0.0704"/>
          <dgm:constr type="h" for="ch" forName="Accent3" refType="h" fact="0.069"/>
          <dgm:constr type="l" for="ch" forName="Accent4" refType="w" fact="0.5931"/>
          <dgm:constr type="t" for="ch" forName="Accent4" refType="h" fact="0.9048"/>
          <dgm:constr type="w" for="ch" forName="Accent4" refType="w" fact="0.0972"/>
          <dgm:constr type="h" for="ch" forName="Accent4" refType="h" fact="0.0952"/>
          <dgm:constr type="l" for="ch" forName="Accent5" refType="w" fact="0.2883"/>
          <dgm:constr type="t" for="ch" forName="Accent5" refType="h" fact="0.1353"/>
          <dgm:constr type="w" for="ch" forName="Accent5" refType="w" fact="0.0704"/>
          <dgm:constr type="h" for="ch" forName="Accent5" refType="h" fact="0.069"/>
          <dgm:constr type="l" for="ch" forName="Accent6" refType="w" fact="0.0666"/>
          <dgm:constr type="t" for="ch" forName="Accent6" refType="h" fact="0.53"/>
          <dgm:constr type="w" for="ch" forName="Accent6" refType="w" fact="0.0704"/>
          <dgm:constr type="h" for="ch" forName="Accent6" refType="h" fact="0.069"/>
        </dgm:constrLst>
      </dgm:if>
      <dgm:if name="Name3" axis="ch ch" ptType="node node" func="cnt" op="equ" val="1">
        <dgm:alg type="composite">
          <dgm:param type="ar" val="1.2476"/>
        </dgm:alg>
        <dgm:constrLst>
          <dgm:constr type="primFontSz" for="des" ptType="node" op="equ" val="65"/>
          <dgm:constr type="l" for="ch" forName="Parent" refType="w" fact="0.2145"/>
          <dgm:constr type="t" for="ch" forName="Parent" refType="h" fact="0.039"/>
          <dgm:constr type="w" for="ch" forName="Parent" refType="w" fact="0.6861"/>
          <dgm:constr type="h" for="ch" forName="Parent" refType="h" fact="0.856"/>
          <dgm:constr type="l" for="ch" forName="Accent8" refType="w" fact="0.0262"/>
          <dgm:constr type="t" for="ch" forName="Accent8" refType="h" fact="0.6434"/>
          <dgm:constr type="w" for="ch" forName="Accent8" refType="w" fact="0.138"/>
          <dgm:constr type="h" for="ch" forName="Accent8" refType="h" fact="0.1721"/>
          <dgm:constr type="l" for="ch" forName="Accent1" refType="w" fact="0.6059"/>
          <dgm:constr type="t" for="ch" forName="Accent1" refType="h" fact="0"/>
          <dgm:constr type="w" for="ch" forName="Accent1" refType="w" fact="0.0763"/>
          <dgm:constr type="h" for="ch" forName="Accent1" refType="h" fact="0.0952"/>
          <dgm:constr type="l" for="ch" forName="Accent2" refType="w" fact="0.4253"/>
          <dgm:constr type="t" for="ch" forName="Accent2" refType="h" fact="0.8314"/>
          <dgm:constr type="w" for="ch" forName="Accent2" refType="w" fact="0.0553"/>
          <dgm:constr type="h" for="ch" forName="Accent2" refType="h" fact="0.069"/>
          <dgm:constr type="l" for="ch" forName="Accent3" refType="w" fact="0.9447"/>
          <dgm:constr type="t" for="ch" forName="Accent3" refType="h" fact="0.3864"/>
          <dgm:constr type="w" for="ch" forName="Accent3" refType="w" fact="0.0553"/>
          <dgm:constr type="h" for="ch" forName="Accent3" refType="h" fact="0.069"/>
          <dgm:constr type="l" for="ch" forName="Child1" refType="w" fact="0"/>
          <dgm:constr type="t" for="ch" forName="Child1" refType="h" fact="0.1935"/>
          <dgm:constr type="w" for="ch" forName="Child1" refType="w" fact="0.2789"/>
          <dgm:constr type="h" for="ch" forName="Child1" refType="h" fact="0.3479"/>
          <dgm:constr type="l" for="ch" forName="Accent4" refType="w" fact="0.6803"/>
          <dgm:constr type="t" for="ch" forName="Accent4" refType="h" fact="0.9048"/>
          <dgm:constr type="w" for="ch" forName="Accent4" refType="w" fact="0.0763"/>
          <dgm:constr type="h" for="ch" forName="Accent4" refType="h" fact="0.0952"/>
          <dgm:constr type="l" for="ch" forName="Accent7" refType="w" fact="0.5287"/>
          <dgm:constr type="t" for="ch" forName="Accent7" refType="h" fact="0.1383"/>
          <dgm:constr type="w" for="ch" forName="Accent7" refType="w" fact="0.0763"/>
          <dgm:constr type="h" for="ch" forName="Accent7" refType="h" fact="0.0952"/>
          <dgm:constr type="l" for="ch" forName="Accent5" refType="w" fact="0.4409"/>
          <dgm:constr type="t" for="ch" forName="Accent5" refType="h" fact="0.1353"/>
          <dgm:constr type="w" for="ch" forName="Accent5" refType="w" fact="0.0553"/>
          <dgm:constr type="h" for="ch" forName="Accent5" refType="h" fact="0.069"/>
          <dgm:constr type="l" for="ch" forName="Accent6" refType="w" fact="0.2668"/>
          <dgm:constr type="t" for="ch" forName="Accent6" refType="h" fact="0.53"/>
          <dgm:constr type="w" for="ch" forName="Accent6" refType="w" fact="0.0553"/>
          <dgm:constr type="h" for="ch" forName="Accent6" refType="h" fact="0.069"/>
        </dgm:constrLst>
      </dgm:if>
      <dgm:if name="Name4" axis="ch ch" ptType="node node" func="cnt" op="equ" val="2">
        <dgm:alg type="composite">
          <dgm:param type="ar" val="1.592"/>
        </dgm:alg>
        <dgm:constrLst>
          <dgm:constr type="primFontSz" for="des" ptType="node" op="equ" val="65"/>
          <dgm:constr type="l" for="ch" forName="Parent" refType="w" fact="0.1886"/>
          <dgm:constr type="t" for="ch" forName="Parent" refType="h" fact="0.039"/>
          <dgm:constr type="w" for="ch" forName="Parent" refType="w" fact="0.5377"/>
          <dgm:constr type="h" for="ch" forName="Parent" refType="h" fact="0.856"/>
          <dgm:constr type="l" for="ch" forName="Accent8" refType="w" fact="0.0411"/>
          <dgm:constr type="t" for="ch" forName="Accent8" refType="h" fact="0.6434"/>
          <dgm:constr type="w" for="ch" forName="Accent8" refType="w" fact="0.1081"/>
          <dgm:constr type="h" for="ch" forName="Accent8" refType="h" fact="0.1721"/>
          <dgm:constr type="l" for="ch" forName="Accent1" refType="w" fact="0.4954"/>
          <dgm:constr type="t" for="ch" forName="Accent1" refType="h" fact="0"/>
          <dgm:constr type="w" for="ch" forName="Accent1" refType="w" fact="0.0598"/>
          <dgm:constr type="h" for="ch" forName="Accent1" refType="h" fact="0.0952"/>
          <dgm:constr type="l" for="ch" forName="Accent2" refType="w" fact="0.3538"/>
          <dgm:constr type="t" for="ch" forName="Accent2" refType="h" fact="0.8314"/>
          <dgm:constr type="w" for="ch" forName="Accent2" refType="w" fact="0.0433"/>
          <dgm:constr type="h" for="ch" forName="Accent2" refType="h" fact="0.069"/>
          <dgm:constr type="l" for="ch" forName="Accent3" refType="w" fact="0.7609"/>
          <dgm:constr type="t" for="ch" forName="Accent3" refType="h" fact="0.3864"/>
          <dgm:constr type="w" for="ch" forName="Accent3" refType="w" fact="0.0433"/>
          <dgm:constr type="h" for="ch" forName="Accent3" refType="h" fact="0.069"/>
          <dgm:constr type="l" for="ch" forName="Accent9" refType="w" fact="0.6839"/>
          <dgm:constr type="t" for="ch" forName="Accent9" refType="h" fact="0.27"/>
          <dgm:constr type="w" for="ch" forName="Accent9" refType="w" fact="0.0598"/>
          <dgm:constr type="h" for="ch" forName="Accent9" refType="h" fact="0.0952"/>
          <dgm:constr type="l" for="ch" forName="Child1" refType="w" fact="0.0206"/>
          <dgm:constr type="t" for="ch" forName="Child1" refType="h" fact="0.1935"/>
          <dgm:constr type="w" for="ch" forName="Child1" refType="w" fact="0.2186"/>
          <dgm:constr type="h" for="ch" forName="Child1" refType="h" fact="0.3479"/>
          <dgm:constr type="l" for="ch" forName="Child2" refType="w" fact="0.7814"/>
          <dgm:constr type="t" for="ch" forName="Child2" refType="h" fact="0.0298"/>
          <dgm:constr type="w" for="ch" forName="Child2" refType="w" fact="0.2186"/>
          <dgm:constr type="h" for="ch" forName="Child2" refType="h" fact="0.3479"/>
          <dgm:constr type="l" for="ch" forName="Accent10" refType="w" fact="0"/>
          <dgm:constr type="t" for="ch" forName="Accent10" refType="h" fact="0.8482"/>
          <dgm:constr type="w" for="ch" forName="Accent10" refType="w" fact="0.0433"/>
          <dgm:constr type="h" for="ch" forName="Accent10" refType="h" fact="0.069"/>
          <dgm:constr type="l" for="ch" forName="Accent11" refType="w" fact="0.4318"/>
          <dgm:constr type="t" for="ch" forName="Accent11" refType="h" fact="0.75"/>
          <dgm:constr type="w" for="ch" forName="Accent11" refType="w" fact="0.0433"/>
          <dgm:constr type="h" for="ch" forName="Accent11" refType="h" fact="0.069"/>
          <dgm:constr type="l" for="ch" forName="Accent7" refType="w" fact="0.4349"/>
          <dgm:constr type="t" for="ch" forName="Accent7" refType="h" fact="0.1383"/>
          <dgm:constr type="w" for="ch" forName="Accent7" refType="w" fact="0.0598"/>
          <dgm:constr type="h" for="ch" forName="Accent7" refType="h" fact="0.0952"/>
          <dgm:constr type="l" for="ch" forName="Accent5" refType="w" fact="0.3661"/>
          <dgm:constr type="t" for="ch" forName="Accent5" refType="h" fact="0.1353"/>
          <dgm:constr type="w" for="ch" forName="Accent5" refType="w" fact="0.0433"/>
          <dgm:constr type="h" for="ch" forName="Accent5" refType="h" fact="0.069"/>
          <dgm:constr type="l" for="ch" forName="Accent6" refType="w" fact="0.2296"/>
          <dgm:constr type="t" for="ch" forName="Accent6" refType="h" fact="0.53"/>
          <dgm:constr type="w" for="ch" forName="Accent6" refType="w" fact="0.0433"/>
          <dgm:constr type="h" for="ch" forName="Accent6" refType="h" fact="0.069"/>
          <dgm:constr type="l" for="ch" forName="Accent4" refType="w" fact="0.5537"/>
          <dgm:constr type="t" for="ch" forName="Accent4" refType="h" fact="0.9048"/>
          <dgm:constr type="w" for="ch" forName="Accent4" refType="w" fact="0.0598"/>
          <dgm:constr type="h" for="ch" forName="Accent4" refType="h" fact="0.0952"/>
        </dgm:constrLst>
      </dgm:if>
      <dgm:if name="Name5" axis="ch ch" ptType="node node" func="cnt" op="equ" val="3">
        <dgm:alg type="composite">
          <dgm:param type="ar" val="1.7557"/>
        </dgm:alg>
        <dgm:constrLst>
          <dgm:constr type="primFontSz" for="des" ptType="node" op="equ" val="65"/>
          <dgm:constr type="l" for="ch" forName="Parent" refType="w" fact="0.171"/>
          <dgm:constr type="t" for="ch" forName="Parent" refType="h" fact="0.039"/>
          <dgm:constr type="w" for="ch" forName="Parent" refType="w" fact="0.4875"/>
          <dgm:constr type="h" for="ch" forName="Parent" refType="h" fact="0.856"/>
          <dgm:constr type="l" for="ch" forName="Accent8" refType="w" fact="0.0373"/>
          <dgm:constr type="t" for="ch" forName="Accent8" refType="h" fact="0.6434"/>
          <dgm:constr type="w" for="ch" forName="Accent8" refType="w" fact="0.098"/>
          <dgm:constr type="h" for="ch" forName="Accent8" refType="h" fact="0.1721"/>
          <dgm:constr type="l" for="ch" forName="Accent1" refType="w" fact="0.4492"/>
          <dgm:constr type="t" for="ch" forName="Accent1" refType="h" fact="0"/>
          <dgm:constr type="w" for="ch" forName="Accent1" refType="w" fact="0.0542"/>
          <dgm:constr type="h" for="ch" forName="Accent1" refType="h" fact="0.0952"/>
          <dgm:constr type="l" for="ch" forName="Accent2" refType="w" fact="0.3209"/>
          <dgm:constr type="t" for="ch" forName="Accent2" refType="h" fact="0.8314"/>
          <dgm:constr type="w" for="ch" forName="Accent2" refType="w" fact="0.0393"/>
          <dgm:constr type="h" for="ch" forName="Accent2" refType="h" fact="0.069"/>
          <dgm:constr type="l" for="ch" forName="Accent3" refType="w" fact="0.6899"/>
          <dgm:constr type="t" for="ch" forName="Accent3" refType="h" fact="0.3864"/>
          <dgm:constr type="w" for="ch" forName="Accent3" refType="w" fact="0.0393"/>
          <dgm:constr type="h" for="ch" forName="Accent3" refType="h" fact="0.069"/>
          <dgm:constr type="l" for="ch" forName="Accent9" refType="w" fact="0.6201"/>
          <dgm:constr type="t" for="ch" forName="Accent9" refType="h" fact="0.27"/>
          <dgm:constr type="w" for="ch" forName="Accent9" refType="w" fact="0.0542"/>
          <dgm:constr type="h" for="ch" forName="Accent9" refType="h" fact="0.0952"/>
          <dgm:constr type="l" for="ch" forName="Child1" refType="w" fact="0.0186"/>
          <dgm:constr type="t" for="ch" forName="Child1" refType="h" fact="0.1935"/>
          <dgm:constr type="w" for="ch" forName="Child1" refType="w" fact="0.1982"/>
          <dgm:constr type="h" for="ch" forName="Child1" refType="h" fact="0.3479"/>
          <dgm:constr type="l" for="ch" forName="Child2" refType="w" fact="0.7086"/>
          <dgm:constr type="t" for="ch" forName="Child2" refType="h" fact="0.0298"/>
          <dgm:constr type="w" for="ch" forName="Child2" refType="w" fact="0.1982"/>
          <dgm:constr type="h" for="ch" forName="Child2" refType="h" fact="0.3479"/>
          <dgm:constr type="l" for="ch" forName="Child3" refType="w" fact="0.8018"/>
          <dgm:constr type="t" for="ch" forName="Child3" refType="h" fact="0.6312"/>
          <dgm:constr type="w" for="ch" forName="Child3" refType="w" fact="0.1982"/>
          <dgm:constr type="h" for="ch" forName="Child3" refType="h" fact="0.3479"/>
          <dgm:constr type="l" for="ch" forName="Accent12" refType="w" fact="0.7459"/>
          <dgm:constr type="t" for="ch" forName="Accent12" refType="h" fact="0.619"/>
          <dgm:constr type="w" for="ch" forName="Accent12" refType="w" fact="0.0393"/>
          <dgm:constr type="h" for="ch" forName="Accent12" refType="h" fact="0.069"/>
          <dgm:constr type="l" for="ch" forName="Accent4" refType="w" fact="0.5021"/>
          <dgm:constr type="t" for="ch" forName="Accent4" refType="h" fact="0.9048"/>
          <dgm:constr type="w" for="ch" forName="Accent4" refType="w" fact="0.0542"/>
          <dgm:constr type="h" for="ch" forName="Accent4" refType="h" fact="0.0952"/>
          <dgm:constr type="l" for="ch" forName="Accent10" refType="w" fact="0"/>
          <dgm:constr type="t" for="ch" forName="Accent10" refType="h" fact="0.8482"/>
          <dgm:constr type="w" for="ch" forName="Accent10" refType="w" fact="0.0393"/>
          <dgm:constr type="h" for="ch" forName="Accent10" refType="h" fact="0.069"/>
          <dgm:constr type="l" for="ch" forName="Accent11" refType="w" fact="0.3916"/>
          <dgm:constr type="t" for="ch" forName="Accent11" refType="h" fact="0.75"/>
          <dgm:constr type="w" for="ch" forName="Accent11" refType="w" fact="0.0393"/>
          <dgm:constr type="h" for="ch" forName="Accent11" refType="h" fact="0.069"/>
          <dgm:constr type="l" for="ch" forName="Accent7" refType="w" fact="0.3944"/>
          <dgm:constr type="t" for="ch" forName="Accent7" refType="h" fact="0.1383"/>
          <dgm:constr type="w" for="ch" forName="Accent7" refType="w" fact="0.0542"/>
          <dgm:constr type="h" for="ch" forName="Accent7" refType="h" fact="0.0952"/>
          <dgm:constr type="l" for="ch" forName="Accent5" refType="w" fact="0.3319"/>
          <dgm:constr type="t" for="ch" forName="Accent5" refType="h" fact="0.1353"/>
          <dgm:constr type="w" for="ch" forName="Accent5" refType="w" fact="0.0393"/>
          <dgm:constr type="h" for="ch" forName="Accent5" refType="h" fact="0.069"/>
          <dgm:constr type="l" for="ch" forName="Accent6" refType="w" fact="0.2082"/>
          <dgm:constr type="t" for="ch" forName="Accent6" refType="h" fact="0.53"/>
          <dgm:constr type="w" for="ch" forName="Accent6" refType="w" fact="0.0393"/>
          <dgm:constr type="h" for="ch" forName="Accent6" refType="h" fact="0.069"/>
        </dgm:constrLst>
      </dgm:if>
      <dgm:if name="Name6" axis="ch ch" ptType="node node" func="cnt" op="equ" val="4">
        <dgm:alg type="composite">
          <dgm:param type="ar" val="1.3749"/>
        </dgm:alg>
        <dgm:constrLst>
          <dgm:constr type="primFontSz" for="des" ptType="node" op="equ" val="65"/>
          <dgm:constr type="l" for="ch" forName="Parent" refType="w" fact="0.171"/>
          <dgm:constr type="t" for="ch" forName="Parent" refType="h" fact="0.0306"/>
          <dgm:constr type="w" for="ch" forName="Parent" refType="w" fact="0.4875"/>
          <dgm:constr type="h" for="ch" forName="Parent" refType="h" fact="0.6703"/>
          <dgm:constr type="l" for="ch" forName="Accent8" refType="w" fact="0.0373"/>
          <dgm:constr type="t" for="ch" forName="Accent8" refType="h" fact="0.5038"/>
          <dgm:constr type="w" for="ch" forName="Accent8" refType="w" fact="0.098"/>
          <dgm:constr type="h" for="ch" forName="Accent8" refType="h" fact="0.1348"/>
          <dgm:constr type="l" for="ch" forName="Accent1" refType="w" fact="0.4492"/>
          <dgm:constr type="t" for="ch" forName="Accent1" refType="h" fact="0"/>
          <dgm:constr type="w" for="ch" forName="Accent1" refType="w" fact="0.0542"/>
          <dgm:constr type="h" for="ch" forName="Accent1" refType="h" fact="0.0746"/>
          <dgm:constr type="l" for="ch" forName="Accent2" refType="w" fact="0.3209"/>
          <dgm:constr type="t" for="ch" forName="Accent2" refType="h" fact="0.6511"/>
          <dgm:constr type="w" for="ch" forName="Accent2" refType="w" fact="0.0393"/>
          <dgm:constr type="h" for="ch" forName="Accent2" refType="h" fact="0.054"/>
          <dgm:constr type="l" for="ch" forName="Accent3" refType="w" fact="0.6899"/>
          <dgm:constr type="t" for="ch" forName="Accent3" refType="h" fact="0.3026"/>
          <dgm:constr type="w" for="ch" forName="Accent3" refType="w" fact="0.0393"/>
          <dgm:constr type="h" for="ch" forName="Accent3" refType="h" fact="0.054"/>
          <dgm:constr type="l" for="ch" forName="Accent9" refType="w" fact="0.6201"/>
          <dgm:constr type="t" for="ch" forName="Accent9" refType="h" fact="0.2115"/>
          <dgm:constr type="w" for="ch" forName="Accent9" refType="w" fact="0.0542"/>
          <dgm:constr type="h" for="ch" forName="Accent9" refType="h" fact="0.0746"/>
          <dgm:constr type="l" for="ch" forName="Child1" refType="w" fact="0.0186"/>
          <dgm:constr type="t" for="ch" forName="Child1" refType="h" fact="0.1515"/>
          <dgm:constr type="w" for="ch" forName="Child1" refType="w" fact="0.1982"/>
          <dgm:constr type="h" for="ch" forName="Child1" refType="h" fact="0.2725"/>
          <dgm:constr type="l" for="ch" forName="Child2" refType="w" fact="0.7086"/>
          <dgm:constr type="t" for="ch" forName="Child2" refType="h" fact="0.0233"/>
          <dgm:constr type="w" for="ch" forName="Child2" refType="w" fact="0.1982"/>
          <dgm:constr type="h" for="ch" forName="Child2" refType="h" fact="0.2725"/>
          <dgm:constr type="l" for="ch" forName="Child3" refType="w" fact="0.8018"/>
          <dgm:constr type="t" for="ch" forName="Child3" refType="h" fact="0.4943"/>
          <dgm:constr type="w" for="ch" forName="Child3" refType="w" fact="0.1982"/>
          <dgm:constr type="h" for="ch" forName="Child3" refType="h" fact="0.2725"/>
          <dgm:constr type="l" for="ch" forName="Accent12" refType="w" fact="0.7459"/>
          <dgm:constr type="t" for="ch" forName="Accent12" refType="h" fact="0.4848"/>
          <dgm:constr type="w" for="ch" forName="Accent12" refType="w" fact="0.0393"/>
          <dgm:constr type="h" for="ch" forName="Accent12" refType="h" fact="0.054"/>
          <dgm:constr type="l" for="ch" forName="Accent4" refType="w" fact="0.5021"/>
          <dgm:constr type="t" for="ch" forName="Accent4" refType="h" fact="0.7085"/>
          <dgm:constr type="w" for="ch" forName="Accent4" refType="w" fact="0.0542"/>
          <dgm:constr type="h" for="ch" forName="Accent4" refType="h" fact="0.0746"/>
          <dgm:constr type="l" for="ch" forName="Accent10" refType="w" fact="0"/>
          <dgm:constr type="t" for="ch" forName="Accent10" refType="h" fact="0.6642"/>
          <dgm:constr type="w" for="ch" forName="Accent10" refType="w" fact="0.0393"/>
          <dgm:constr type="h" for="ch" forName="Accent10" refType="h" fact="0.054"/>
          <dgm:constr type="l" for="ch" forName="Accent11" refType="w" fact="0.3916"/>
          <dgm:constr type="t" for="ch" forName="Accent11" refType="h" fact="0.5873"/>
          <dgm:constr type="w" for="ch" forName="Accent11" refType="w" fact="0.0393"/>
          <dgm:constr type="h" for="ch" forName="Accent11" refType="h" fact="0.054"/>
          <dgm:constr type="l" for="ch" forName="Accent7" refType="w" fact="0.3944"/>
          <dgm:constr type="t" for="ch" forName="Accent7" refType="h" fact="0.1083"/>
          <dgm:constr type="w" for="ch" forName="Accent7" refType="w" fact="0.0542"/>
          <dgm:constr type="h" for="ch" forName="Accent7" refType="h" fact="0.0746"/>
          <dgm:constr type="l" for="ch" forName="Accent5" refType="w" fact="0.3319"/>
          <dgm:constr type="t" for="ch" forName="Accent5" refType="h" fact="0.1059"/>
          <dgm:constr type="w" for="ch" forName="Accent5" refType="w" fact="0.0393"/>
          <dgm:constr type="h" for="ch" forName="Accent5" refType="h" fact="0.054"/>
          <dgm:constr type="l" for="ch" forName="Accent6" refType="w" fact="0.2082"/>
          <dgm:constr type="t" for="ch" forName="Accent6" refType="h" fact="0.4151"/>
          <dgm:constr type="w" for="ch" forName="Accent6" refType="w" fact="0.0393"/>
          <dgm:constr type="h" for="ch" forName="Accent6" refType="h" fact="0.054"/>
          <dgm:constr type="l" for="ch" forName="Child4" refType="w" fact="0.2329"/>
          <dgm:constr type="t" for="ch" forName="Child4" refType="h" fact="0.7275"/>
          <dgm:constr type="w" for="ch" forName="Child4" refType="w" fact="0.1982"/>
          <dgm:constr type="h" for="ch" forName="Child4" refType="h" fact="0.2725"/>
          <dgm:constr type="l" for="ch" forName="Accent13" refType="w" fact="0.4099"/>
          <dgm:constr type="t" for="ch" forName="Accent13" refType="h" fact="0.7183"/>
          <dgm:constr type="w" for="ch" forName="Accent13" refType="w" fact="0.0393"/>
          <dgm:constr type="h" for="ch" forName="Accent13" refType="h" fact="0.054"/>
        </dgm:constrLst>
      </dgm:if>
      <dgm:else name="Name7">
        <dgm:alg type="composite">
          <dgm:param type="ar" val="1.1477"/>
        </dgm:alg>
        <dgm:constrLst>
          <dgm:constr type="primFontSz" for="des" ptType="node" op="equ" val="65"/>
          <dgm:constr type="l" for="ch" forName="Parent" refType="w" fact="0.171"/>
          <dgm:constr type="t" for="ch" forName="Parent" refType="h" fact="0.1907"/>
          <dgm:constr type="w" for="ch" forName="Parent" refType="w" fact="0.4875"/>
          <dgm:constr type="h" for="ch" forName="Parent" refType="h" fact="0.5596"/>
          <dgm:constr type="l" for="ch" forName="Accent8" refType="w" fact="0.0373"/>
          <dgm:constr type="t" for="ch" forName="Accent8" refType="h" fact="0.5858"/>
          <dgm:constr type="w" for="ch" forName="Accent8" refType="w" fact="0.098"/>
          <dgm:constr type="h" for="ch" forName="Accent8" refType="h" fact="0.1125"/>
          <dgm:constr type="l" for="ch" forName="Accent1" refType="w" fact="0.4492"/>
          <dgm:constr type="t" for="ch" forName="Accent1" refType="h" fact="0.1652"/>
          <dgm:constr type="w" for="ch" forName="Accent1" refType="w" fact="0.0542"/>
          <dgm:constr type="h" for="ch" forName="Accent1" refType="h" fact="0.0623"/>
          <dgm:constr type="l" for="ch" forName="Accent2" refType="w" fact="0.3209"/>
          <dgm:constr type="t" for="ch" forName="Accent2" refType="h" fact="0.7087"/>
          <dgm:constr type="w" for="ch" forName="Accent2" refType="w" fact="0.0393"/>
          <dgm:constr type="h" for="ch" forName="Accent2" refType="h" fact="0.0451"/>
          <dgm:constr type="l" for="ch" forName="Accent3" refType="w" fact="0.6899"/>
          <dgm:constr type="t" for="ch" forName="Accent3" refType="h" fact="0.4178"/>
          <dgm:constr type="w" for="ch" forName="Accent3" refType="w" fact="0.0393"/>
          <dgm:constr type="h" for="ch" forName="Accent3" refType="h" fact="0.0451"/>
          <dgm:constr type="l" for="ch" forName="Accent9" refType="w" fact="0.6201"/>
          <dgm:constr type="t" for="ch" forName="Accent9" refType="h" fact="0.3417"/>
          <dgm:constr type="w" for="ch" forName="Accent9" refType="w" fact="0.0542"/>
          <dgm:constr type="h" for="ch" forName="Accent9" refType="h" fact="0.0623"/>
          <dgm:constr type="l" for="ch" forName="Child1" refType="w" fact="0.0186"/>
          <dgm:constr type="t" for="ch" forName="Child1" refType="h" fact="0.2917"/>
          <dgm:constr type="w" for="ch" forName="Child1" refType="w" fact="0.1982"/>
          <dgm:constr type="h" for="ch" forName="Child1" refType="h" fact="0.2275"/>
          <dgm:constr type="l" for="ch" forName="Child2" refType="w" fact="0.7086"/>
          <dgm:constr type="t" for="ch" forName="Child2" refType="h" fact="0.1847"/>
          <dgm:constr type="w" for="ch" forName="Child2" refType="w" fact="0.1982"/>
          <dgm:constr type="h" for="ch" forName="Child2" refType="h" fact="0.2275"/>
          <dgm:constr type="l" for="ch" forName="Child3" refType="w" fact="0.8018"/>
          <dgm:constr type="t" for="ch" forName="Child3" refType="h" fact="0.5778"/>
          <dgm:constr type="w" for="ch" forName="Child3" refType="w" fact="0.1982"/>
          <dgm:constr type="h" for="ch" forName="Child3" refType="h" fact="0.2275"/>
          <dgm:constr type="l" for="ch" forName="Accent12" refType="w" fact="0.7459"/>
          <dgm:constr type="t" for="ch" forName="Accent12" refType="h" fact="0.5699"/>
          <dgm:constr type="w" for="ch" forName="Accent12" refType="w" fact="0.0393"/>
          <dgm:constr type="h" for="ch" forName="Accent12" refType="h" fact="0.0451"/>
          <dgm:constr type="l" for="ch" forName="Accent4" refType="w" fact="0.5021"/>
          <dgm:constr type="t" for="ch" forName="Accent4" refType="h" fact="0.7567"/>
          <dgm:constr type="w" for="ch" forName="Accent4" refType="w" fact="0.0542"/>
          <dgm:constr type="h" for="ch" forName="Accent4" refType="h" fact="0.0623"/>
          <dgm:constr type="l" for="ch" forName="Accent10" refType="w" fact="0"/>
          <dgm:constr type="t" for="ch" forName="Accent10" refType="h" fact="0.7197"/>
          <dgm:constr type="w" for="ch" forName="Accent10" refType="w" fact="0.0393"/>
          <dgm:constr type="h" for="ch" forName="Accent10" refType="h" fact="0.0451"/>
          <dgm:constr type="l" for="ch" forName="Accent11" refType="w" fact="0.3916"/>
          <dgm:constr type="t" for="ch" forName="Accent11" refType="h" fact="0.6555"/>
          <dgm:constr type="w" for="ch" forName="Accent11" refType="w" fact="0.0393"/>
          <dgm:constr type="h" for="ch" forName="Accent11" refType="h" fact="0.0451"/>
          <dgm:constr type="l" for="ch" forName="Accent7" refType="w" fact="0.3944"/>
          <dgm:constr type="t" for="ch" forName="Accent7" refType="h" fact="0.2556"/>
          <dgm:constr type="w" for="ch" forName="Accent7" refType="w" fact="0.0542"/>
          <dgm:constr type="h" for="ch" forName="Accent7" refType="h" fact="0.0623"/>
          <dgm:constr type="l" for="ch" forName="Accent5" refType="w" fact="0.3319"/>
          <dgm:constr type="t" for="ch" forName="Accent5" refType="h" fact="0.2536"/>
          <dgm:constr type="w" for="ch" forName="Accent5" refType="w" fact="0.0393"/>
          <dgm:constr type="h" for="ch" forName="Accent5" refType="h" fact="0.0451"/>
          <dgm:constr type="l" for="ch" forName="Accent6" refType="w" fact="0.2082"/>
          <dgm:constr type="t" for="ch" forName="Accent6" refType="h" fact="0.5117"/>
          <dgm:constr type="w" for="ch" forName="Accent6" refType="w" fact="0.0393"/>
          <dgm:constr type="h" for="ch" forName="Accent6" refType="h" fact="0.0451"/>
          <dgm:constr type="l" for="ch" forName="Child5" refType="w" fact="0.4219"/>
          <dgm:constr type="t" for="ch" forName="Child5" refType="h" fact="0"/>
          <dgm:constr type="w" for="ch" forName="Child5" refType="w" fact="0.1982"/>
          <dgm:constr type="h" for="ch" forName="Child5" refType="h" fact="0.2275"/>
          <dgm:constr type="l" for="ch" forName="Child4" refType="w" fact="0.2329"/>
          <dgm:constr type="t" for="ch" forName="Child4" refType="h" fact="0.7725"/>
          <dgm:constr type="w" for="ch" forName="Child4" refType="w" fact="0.1982"/>
          <dgm:constr type="h" for="ch" forName="Child4" refType="h" fact="0.2275"/>
          <dgm:constr type="l" for="ch" forName="Accent15" refType="w" fact="0.1775"/>
          <dgm:constr type="t" for="ch" forName="Accent15" refType="h" fact="0.2466"/>
          <dgm:constr type="w" for="ch" forName="Accent15" refType="w" fact="0.0393"/>
          <dgm:constr type="h" for="ch" forName="Accent15" refType="h" fact="0.0451"/>
          <dgm:constr type="l" for="ch" forName="Accent16" refType="w" fact="0.6351"/>
          <dgm:constr type="t" for="ch" forName="Accent16" refType="h" fact="0.056"/>
          <dgm:constr type="w" for="ch" forName="Accent16" refType="w" fact="0.0393"/>
          <dgm:constr type="h" for="ch" forName="Accent16" refType="h" fact="0.0451"/>
          <dgm:constr type="l" for="ch" forName="Accent13" refType="w" fact="0.4099"/>
          <dgm:constr type="t" for="ch" forName="Accent13" refType="h" fact="0.7648"/>
          <dgm:constr type="w" for="ch" forName="Accent13" refType="w" fact="0.0393"/>
          <dgm:constr type="h" for="ch" forName="Accent13" refType="h" fact="0.0451"/>
        </dgm:constrLst>
      </dgm:else>
    </dgm:choose>
    <dgm:forEach name="wrapper" axis="self" ptType="parTrans">
      <dgm:forEach name="accentRepeat1" axis="self">
        <dgm:layoutNode name="AccentHold1" styleLbl="node1">
          <dgm:alg type="sp"/>
          <dgm:shape xmlns:r="http://schemas.openxmlformats.org/officeDocument/2006/relationships" type="ellipse" r:blip="">
            <dgm:adjLst/>
          </dgm:shape>
          <dgm:presOf/>
        </dgm:layoutNode>
      </dgm:forEach>
      <dgm:forEach name="accentRepeat2" axis="self">
        <dgm:layoutNode name="AccentHold2" styleLbl="node1">
          <dgm:alg type="sp"/>
          <dgm:shape xmlns:r="http://schemas.openxmlformats.org/officeDocument/2006/relationships" type="ellipse" r:blip="">
            <dgm:adjLst/>
          </dgm:shape>
          <dgm:presOf/>
        </dgm:layoutNode>
      </dgm:forEach>
      <dgm:forEach name="accentRepeat3" axis="self">
        <dgm:layoutNode name="AccentHold3" styleLbl="node1">
          <dgm:alg type="sp"/>
          <dgm:shape xmlns:r="http://schemas.openxmlformats.org/officeDocument/2006/relationships" type="ellipse" r:blip="">
            <dgm:adjLst/>
          </dgm:shape>
          <dgm:presOf/>
        </dgm:layoutNode>
      </dgm:forEach>
    </dgm:forEach>
    <dgm:forEach name="Name8" axis="ch" ptType="node" cnt="1">
      <dgm:layoutNode name="Parent" styleLbl="node0">
        <dgm:varLst>
          <dgm:chMax val="5"/>
          <dgm:chPref val="5"/>
        </dgm:varLst>
        <dgm:alg type="tx"/>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ch" ptType="node" func="cnt" op="lte" val="4">
          <dgm:layoutNode name="Accent1" styleLbl="node1">
            <dgm:alg type="sp"/>
            <dgm:shape xmlns:r="http://schemas.openxmlformats.org/officeDocument/2006/relationships" type="ellipse" r:blip="">
              <dgm:adjLst/>
            </dgm:shape>
            <dgm:presOf/>
            <dgm:constrLst/>
          </dgm:layoutNode>
        </dgm:if>
        <dgm:else name="Name11"/>
      </dgm:choose>
      <dgm:layoutNode name="Accent2" styleLbl="node1">
        <dgm:alg type="sp"/>
        <dgm:shape xmlns:r="http://schemas.openxmlformats.org/officeDocument/2006/relationships" type="ellipse" r:blip="">
          <dgm:adjLst/>
        </dgm:shape>
        <dgm:presOf/>
        <dgm:constrLst/>
      </dgm:layoutNode>
      <dgm:layoutNode name="Accent3" styleLbl="node1">
        <dgm:alg type="sp"/>
        <dgm:shape xmlns:r="http://schemas.openxmlformats.org/officeDocument/2006/relationships" type="ellipse" r:blip="">
          <dgm:adjLst/>
        </dgm:shape>
        <dgm:presOf/>
        <dgm:constrLst/>
      </dgm:layoutNode>
      <dgm:layoutNode name="Accent4" styleLbl="node1">
        <dgm:alg type="sp"/>
        <dgm:shape xmlns:r="http://schemas.openxmlformats.org/officeDocument/2006/relationships" type="ellipse" r:blip="">
          <dgm:adjLst/>
        </dgm:shape>
        <dgm:presOf/>
        <dgm:constrLst/>
      </dgm:layoutNode>
      <dgm:layoutNode name="Accent5" styleLbl="node1">
        <dgm:alg type="sp"/>
        <dgm:shape xmlns:r="http://schemas.openxmlformats.org/officeDocument/2006/relationships" type="ellipse" r:blip="">
          <dgm:adjLst/>
        </dgm:shape>
        <dgm:presOf/>
        <dgm:constrLst/>
      </dgm:layoutNode>
      <dgm:layoutNode name="Accent6" styleLbl="node1">
        <dgm:alg type="sp"/>
        <dgm:shape xmlns:r="http://schemas.openxmlformats.org/officeDocument/2006/relationships" type="ellipse" r:blip="">
          <dgm:adjLst/>
        </dgm:shape>
        <dgm:presOf/>
        <dgm:constrLst/>
      </dgm:layoutNode>
    </dgm:forEach>
    <dgm:forEach name="Name12" axis="ch ch" ptType="node node" st="1 1" cnt="1 1">
      <dgm:layoutNode name="Child1"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7">
        <dgm:alg type="sp"/>
        <dgm:shape xmlns:r="http://schemas.openxmlformats.org/officeDocument/2006/relationships" r:blip="">
          <dgm:adjLst/>
        </dgm:shape>
        <dgm:presOf/>
        <dgm:constrLst/>
        <dgm:forEach name="Name13" ref="accentRepeat1"/>
      </dgm:layoutNode>
      <dgm:layoutNode name="Accent8">
        <dgm:alg type="sp"/>
        <dgm:shape xmlns:r="http://schemas.openxmlformats.org/officeDocument/2006/relationships" r:blip="">
          <dgm:adjLst/>
        </dgm:shape>
        <dgm:presOf/>
        <dgm:constrLst/>
        <dgm:forEach name="Name14" ref="accentRepeat2"/>
      </dgm:layoutNode>
    </dgm:forEach>
    <dgm:forEach name="Name15" axis="ch ch" ptType="node node" st="1 2" cnt="1 1">
      <dgm:layoutNode name="Child2"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9">
        <dgm:alg type="sp"/>
        <dgm:shape xmlns:r="http://schemas.openxmlformats.org/officeDocument/2006/relationships" r:blip="">
          <dgm:adjLst/>
        </dgm:shape>
        <dgm:presOf/>
        <dgm:constrLst/>
        <dgm:forEach name="Name16" ref="accentRepeat1"/>
      </dgm:layoutNode>
      <dgm:layoutNode name="Accent10">
        <dgm:alg type="sp"/>
        <dgm:shape xmlns:r="http://schemas.openxmlformats.org/officeDocument/2006/relationships" r:blip="">
          <dgm:adjLst/>
        </dgm:shape>
        <dgm:presOf/>
        <dgm:constrLst/>
        <dgm:forEach name="Name17" ref="accentRepeat2"/>
      </dgm:layoutNode>
      <dgm:layoutNode name="Accent11">
        <dgm:alg type="sp"/>
        <dgm:shape xmlns:r="http://schemas.openxmlformats.org/officeDocument/2006/relationships" r:blip="">
          <dgm:adjLst/>
        </dgm:shape>
        <dgm:presOf/>
        <dgm:constrLst/>
        <dgm:forEach name="Name18" ref="accentRepeat3"/>
      </dgm:layoutNode>
    </dgm:forEach>
    <dgm:forEach name="Name19" axis="ch ch" ptType="node node" st="1 3" cnt="1 1">
      <dgm:layoutNode name="Child3"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12">
        <dgm:alg type="sp"/>
        <dgm:shape xmlns:r="http://schemas.openxmlformats.org/officeDocument/2006/relationships" r:blip="">
          <dgm:adjLst/>
        </dgm:shape>
        <dgm:presOf/>
        <dgm:constrLst/>
        <dgm:forEach name="Name20" ref="accentRepeat1"/>
      </dgm:layoutNode>
    </dgm:forEach>
    <dgm:forEach name="Name21" axis="ch ch" ptType="node node" st="1 4" cnt="1 1">
      <dgm:layoutNode name="Child4"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13">
        <dgm:alg type="sp"/>
        <dgm:shape xmlns:r="http://schemas.openxmlformats.org/officeDocument/2006/relationships" r:blip="">
          <dgm:adjLst/>
        </dgm:shape>
        <dgm:presOf/>
        <dgm:constrLst/>
        <dgm:forEach name="Name22" ref="accentRepeat1"/>
      </dgm:layoutNode>
    </dgm:forEach>
    <dgm:forEach name="Name23" axis="ch ch" ptType="node node" st="1 5" cnt="1 1">
      <dgm:layoutNode name="Child5"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15">
        <dgm:alg type="sp"/>
        <dgm:shape xmlns:r="http://schemas.openxmlformats.org/officeDocument/2006/relationships" r:blip="">
          <dgm:adjLst/>
        </dgm:shape>
        <dgm:presOf/>
        <dgm:constrLst/>
        <dgm:forEach name="Name24" ref="accentRepeat2"/>
      </dgm:layoutNode>
      <dgm:layoutNode name="Accent16">
        <dgm:alg type="sp"/>
        <dgm:shape xmlns:r="http://schemas.openxmlformats.org/officeDocument/2006/relationships" r:blip="">
          <dgm:adjLst/>
        </dgm:shape>
        <dgm:presOf/>
        <dgm:constrLst/>
        <dgm:forEach name="Name25" ref="accentRepeat3"/>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a:extLst>
              <a:ext uri="{FF2B5EF4-FFF2-40B4-BE49-F238E27FC236}">
                <a16:creationId xmlns:a16="http://schemas.microsoft.com/office/drawing/2014/main" id="{737F2D40-DF92-4ADE-A761-CBF896599CA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a:p>
        </p:txBody>
      </p:sp>
      <p:sp>
        <p:nvSpPr>
          <p:cNvPr id="3" name="Marcador de fecha 2">
            <a:extLst>
              <a:ext uri="{FF2B5EF4-FFF2-40B4-BE49-F238E27FC236}">
                <a16:creationId xmlns:a16="http://schemas.microsoft.com/office/drawing/2014/main" id="{874F42E9-55BA-437C-85B3-324B4E2BF26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D0E43EA8-C83F-40B4-821D-381469DAC3C5}" type="datetime1">
              <a:rPr lang="es-ES" smtClean="0"/>
              <a:t>24/08/2023</a:t>
            </a:fld>
            <a:endParaRPr lang="es-ES"/>
          </a:p>
        </p:txBody>
      </p:sp>
      <p:sp>
        <p:nvSpPr>
          <p:cNvPr id="4" name="Marcador de pie de página 3">
            <a:extLst>
              <a:ext uri="{FF2B5EF4-FFF2-40B4-BE49-F238E27FC236}">
                <a16:creationId xmlns:a16="http://schemas.microsoft.com/office/drawing/2014/main" id="{407DF0FD-84A5-462F-A0AC-B2CEF6020C4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a:p>
        </p:txBody>
      </p:sp>
      <p:sp>
        <p:nvSpPr>
          <p:cNvPr id="5" name="Marcador de posición de número de diapositiva 4">
            <a:extLst>
              <a:ext uri="{FF2B5EF4-FFF2-40B4-BE49-F238E27FC236}">
                <a16:creationId xmlns:a16="http://schemas.microsoft.com/office/drawing/2014/main" id="{5D85C710-014C-4C89-9B64-843B9863CEB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FEC605DA-80A8-4B7B-B889-6C5700BB4CEA}" type="slidenum">
              <a:rPr lang="es-ES" smtClean="0"/>
              <a:t>‹#›</a:t>
            </a:fld>
            <a:endParaRPr lang="es-ES"/>
          </a:p>
        </p:txBody>
      </p:sp>
    </p:spTree>
    <p:extLst>
      <p:ext uri="{BB962C8B-B14F-4D97-AF65-F5344CB8AC3E}">
        <p14:creationId xmlns:p14="http://schemas.microsoft.com/office/powerpoint/2010/main" val="216653922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noProof="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BB196330-F357-4FA5-8E24-14646E9FA556}" type="datetime1">
              <a:rPr lang="es-ES" noProof="0" smtClean="0"/>
              <a:t>24/08/2023</a:t>
            </a:fld>
            <a:endParaRPr lang="es-ES" noProof="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s-ES" noProof="0"/>
          </a:p>
        </p:txBody>
      </p:sp>
      <p:sp>
        <p:nvSpPr>
          <p:cNvPr id="5" name="Marcador de posición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6" name="Marcador de posición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noProof="0"/>
          </a:p>
        </p:txBody>
      </p:sp>
      <p:sp>
        <p:nvSpPr>
          <p:cNvPr id="7" name="Marcador de posición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F3544625-0ADF-4414-89A2-9E135F0C849F}" type="slidenum">
              <a:rPr lang="es-ES" noProof="0" smtClean="0"/>
              <a:t>‹#›</a:t>
            </a:fld>
            <a:endParaRPr lang="es-ES" noProof="0"/>
          </a:p>
        </p:txBody>
      </p:sp>
    </p:spTree>
    <p:extLst>
      <p:ext uri="{BB962C8B-B14F-4D97-AF65-F5344CB8AC3E}">
        <p14:creationId xmlns:p14="http://schemas.microsoft.com/office/powerpoint/2010/main" val="112222809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p>
            <a:pPr rtl="0"/>
            <a:endParaRPr lang="es-ES"/>
          </a:p>
        </p:txBody>
      </p:sp>
      <p:sp>
        <p:nvSpPr>
          <p:cNvPr id="4" name="Marcador de número de diapositiva 3"/>
          <p:cNvSpPr>
            <a:spLocks noGrp="1"/>
          </p:cNvSpPr>
          <p:nvPr>
            <p:ph type="sldNum" sz="quarter" idx="5"/>
          </p:nvPr>
        </p:nvSpPr>
        <p:spPr/>
        <p:txBody>
          <a:bodyPr rtlCol="0"/>
          <a:lstStyle/>
          <a:p>
            <a:pPr rtl="0"/>
            <a:fld id="{F3544625-0ADF-4414-89A2-9E135F0C849F}" type="slidenum">
              <a:rPr lang="es-ES" smtClean="0"/>
              <a:t>1</a:t>
            </a:fld>
            <a:endParaRPr lang="es-ES"/>
          </a:p>
        </p:txBody>
      </p:sp>
    </p:spTree>
    <p:extLst>
      <p:ext uri="{BB962C8B-B14F-4D97-AF65-F5344CB8AC3E}">
        <p14:creationId xmlns:p14="http://schemas.microsoft.com/office/powerpoint/2010/main" val="37498086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p>
            <a:pPr rtl="0"/>
            <a:endParaRPr lang="es-ES"/>
          </a:p>
        </p:txBody>
      </p:sp>
      <p:sp>
        <p:nvSpPr>
          <p:cNvPr id="4" name="Marcador de número de diapositiva 3"/>
          <p:cNvSpPr>
            <a:spLocks noGrp="1"/>
          </p:cNvSpPr>
          <p:nvPr>
            <p:ph type="sldNum" sz="quarter" idx="5"/>
          </p:nvPr>
        </p:nvSpPr>
        <p:spPr/>
        <p:txBody>
          <a:bodyPr rtlCol="0"/>
          <a:lstStyle/>
          <a:p>
            <a:pPr rtl="0"/>
            <a:fld id="{F3544625-0ADF-4414-89A2-9E135F0C849F}" type="slidenum">
              <a:rPr lang="es-ES" smtClean="0"/>
              <a:t>2</a:t>
            </a:fld>
            <a:endParaRPr lang="es-ES"/>
          </a:p>
        </p:txBody>
      </p:sp>
    </p:spTree>
    <p:extLst>
      <p:ext uri="{BB962C8B-B14F-4D97-AF65-F5344CB8AC3E}">
        <p14:creationId xmlns:p14="http://schemas.microsoft.com/office/powerpoint/2010/main" val="16366540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p>
            <a:pPr rtl="0"/>
            <a:endParaRPr lang="es-ES"/>
          </a:p>
        </p:txBody>
      </p:sp>
      <p:sp>
        <p:nvSpPr>
          <p:cNvPr id="4" name="Marcador de número de diapositiva 3"/>
          <p:cNvSpPr>
            <a:spLocks noGrp="1"/>
          </p:cNvSpPr>
          <p:nvPr>
            <p:ph type="sldNum" sz="quarter" idx="5"/>
          </p:nvPr>
        </p:nvSpPr>
        <p:spPr/>
        <p:txBody>
          <a:bodyPr rtlCol="0"/>
          <a:lstStyle/>
          <a:p>
            <a:pPr rtl="0"/>
            <a:fld id="{F3544625-0ADF-4414-89A2-9E135F0C849F}" type="slidenum">
              <a:rPr lang="es-ES" smtClean="0"/>
              <a:t>3</a:t>
            </a:fld>
            <a:endParaRPr lang="es-ES"/>
          </a:p>
        </p:txBody>
      </p:sp>
    </p:spTree>
    <p:extLst>
      <p:ext uri="{BB962C8B-B14F-4D97-AF65-F5344CB8AC3E}">
        <p14:creationId xmlns:p14="http://schemas.microsoft.com/office/powerpoint/2010/main" val="7240312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p>
            <a:pPr rtl="0"/>
            <a:endParaRPr lang="es-ES"/>
          </a:p>
        </p:txBody>
      </p:sp>
      <p:sp>
        <p:nvSpPr>
          <p:cNvPr id="4" name="Marcador de número de diapositiva 3"/>
          <p:cNvSpPr>
            <a:spLocks noGrp="1"/>
          </p:cNvSpPr>
          <p:nvPr>
            <p:ph type="sldNum" sz="quarter" idx="5"/>
          </p:nvPr>
        </p:nvSpPr>
        <p:spPr/>
        <p:txBody>
          <a:bodyPr rtlCol="0"/>
          <a:lstStyle/>
          <a:p>
            <a:pPr rtl="0"/>
            <a:fld id="{F3544625-0ADF-4414-89A2-9E135F0C849F}" type="slidenum">
              <a:rPr lang="es-ES" smtClean="0"/>
              <a:t>5</a:t>
            </a:fld>
            <a:endParaRPr lang="es-ES"/>
          </a:p>
        </p:txBody>
      </p:sp>
    </p:spTree>
    <p:extLst>
      <p:ext uri="{BB962C8B-B14F-4D97-AF65-F5344CB8AC3E}">
        <p14:creationId xmlns:p14="http://schemas.microsoft.com/office/powerpoint/2010/main" val="1730103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p>
            <a:pPr rtl="0"/>
            <a:endParaRPr lang="es-ES"/>
          </a:p>
        </p:txBody>
      </p:sp>
      <p:sp>
        <p:nvSpPr>
          <p:cNvPr id="4" name="Marcador de número de diapositiva 3"/>
          <p:cNvSpPr>
            <a:spLocks noGrp="1"/>
          </p:cNvSpPr>
          <p:nvPr>
            <p:ph type="sldNum" sz="quarter" idx="5"/>
          </p:nvPr>
        </p:nvSpPr>
        <p:spPr/>
        <p:txBody>
          <a:bodyPr rtlCol="0"/>
          <a:lstStyle/>
          <a:p>
            <a:pPr rtl="0"/>
            <a:fld id="{F3544625-0ADF-4414-89A2-9E135F0C849F}" type="slidenum">
              <a:rPr lang="es-ES" smtClean="0"/>
              <a:t>6</a:t>
            </a:fld>
            <a:endParaRPr lang="es-ES"/>
          </a:p>
        </p:txBody>
      </p:sp>
    </p:spTree>
    <p:extLst>
      <p:ext uri="{BB962C8B-B14F-4D97-AF65-F5344CB8AC3E}">
        <p14:creationId xmlns:p14="http://schemas.microsoft.com/office/powerpoint/2010/main" val="20483474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bg>
      <p:bgRef idx="1003">
        <a:schemeClr val="bg2"/>
      </p:bgRef>
    </p:bg>
    <p:spTree>
      <p:nvGrpSpPr>
        <p:cNvPr id="1" name=""/>
        <p:cNvGrpSpPr/>
        <p:nvPr/>
      </p:nvGrpSpPr>
      <p:grpSpPr>
        <a:xfrm>
          <a:off x="0" y="0"/>
          <a:ext cx="0" cy="0"/>
          <a:chOff x="0" y="0"/>
          <a:chExt cx="0" cy="0"/>
        </a:xfrm>
      </p:grpSpPr>
      <p:pic>
        <p:nvPicPr>
          <p:cNvPr id="7" name="Imagen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ítulo 1"/>
          <p:cNvSpPr>
            <a:spLocks noGrp="1"/>
          </p:cNvSpPr>
          <p:nvPr>
            <p:ph type="ctrTitle"/>
          </p:nvPr>
        </p:nvSpPr>
        <p:spPr>
          <a:xfrm>
            <a:off x="3962399" y="1964267"/>
            <a:ext cx="7197726" cy="2421464"/>
          </a:xfrm>
        </p:spPr>
        <p:txBody>
          <a:bodyPr rtlCol="0" anchor="b">
            <a:normAutofit/>
          </a:bodyPr>
          <a:lstStyle>
            <a:lvl1pPr algn="r">
              <a:defRPr sz="4800">
                <a:effectLst/>
              </a:defRPr>
            </a:lvl1pPr>
          </a:lstStyle>
          <a:p>
            <a:pPr rtl="0"/>
            <a:r>
              <a:rPr lang="es-ES" noProof="0"/>
              <a:t>Haga clic para modificar el estilo de título del patrón</a:t>
            </a:r>
          </a:p>
        </p:txBody>
      </p:sp>
      <p:sp>
        <p:nvSpPr>
          <p:cNvPr id="3" name="Subtítulo 2"/>
          <p:cNvSpPr>
            <a:spLocks noGrp="1"/>
          </p:cNvSpPr>
          <p:nvPr>
            <p:ph type="subTitle" idx="1" hasCustomPrompt="1"/>
          </p:nvPr>
        </p:nvSpPr>
        <p:spPr>
          <a:xfrm>
            <a:off x="3962399" y="4385732"/>
            <a:ext cx="7197726" cy="1405467"/>
          </a:xfrm>
        </p:spPr>
        <p:txBody>
          <a:bodyPr rtlCol="0"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rtl="0"/>
            <a:r>
              <a:rPr lang="es-ES" noProof="0"/>
              <a:t>Haga clic para editar el estilo de subtítulo del patrón</a:t>
            </a:r>
          </a:p>
        </p:txBody>
      </p:sp>
      <p:sp>
        <p:nvSpPr>
          <p:cNvPr id="4" name="Marcador de fecha 3"/>
          <p:cNvSpPr>
            <a:spLocks noGrp="1"/>
          </p:cNvSpPr>
          <p:nvPr>
            <p:ph type="dt" sz="half" idx="10"/>
          </p:nvPr>
        </p:nvSpPr>
        <p:spPr>
          <a:xfrm>
            <a:off x="8932558" y="5870575"/>
            <a:ext cx="1600200" cy="377825"/>
          </a:xfrm>
        </p:spPr>
        <p:txBody>
          <a:bodyPr rtlCol="0"/>
          <a:lstStyle/>
          <a:p>
            <a:pPr rtl="0"/>
            <a:fld id="{DB2FE8E8-091D-478B-96D3-F0BCBE902769}" type="datetime1">
              <a:rPr lang="es-ES" noProof="0" smtClean="0"/>
              <a:t>24/08/2023</a:t>
            </a:fld>
            <a:endParaRPr lang="es-ES" noProof="0"/>
          </a:p>
        </p:txBody>
      </p:sp>
      <p:sp>
        <p:nvSpPr>
          <p:cNvPr id="5" name="Marcador de pie de página 4"/>
          <p:cNvSpPr>
            <a:spLocks noGrp="1"/>
          </p:cNvSpPr>
          <p:nvPr>
            <p:ph type="ftr" sz="quarter" idx="11"/>
          </p:nvPr>
        </p:nvSpPr>
        <p:spPr>
          <a:xfrm>
            <a:off x="3962399" y="5870575"/>
            <a:ext cx="4893958" cy="377825"/>
          </a:xfrm>
        </p:spPr>
        <p:txBody>
          <a:bodyPr rtlCol="0"/>
          <a:lstStyle/>
          <a:p>
            <a:pPr rtl="0"/>
            <a:endParaRPr lang="es-ES" noProof="0"/>
          </a:p>
        </p:txBody>
      </p:sp>
      <p:sp>
        <p:nvSpPr>
          <p:cNvPr id="6" name="Marcador de número de diapositiva 5"/>
          <p:cNvSpPr>
            <a:spLocks noGrp="1"/>
          </p:cNvSpPr>
          <p:nvPr>
            <p:ph type="sldNum" sz="quarter" idx="12"/>
          </p:nvPr>
        </p:nvSpPr>
        <p:spPr>
          <a:xfrm>
            <a:off x="10608958" y="5870575"/>
            <a:ext cx="551167" cy="377825"/>
          </a:xfrm>
        </p:spPr>
        <p:txBody>
          <a:bodyPr rtlCol="0"/>
          <a:lstStyle/>
          <a:p>
            <a:pPr rtl="0"/>
            <a:fld id="{69E57DC2-970A-4B3E-BB1C-7A09969E49DF}" type="slidenum">
              <a:rPr lang="es-ES" noProof="0" smtClean="0"/>
              <a:pPr rtl="0"/>
              <a:t>‹#›</a:t>
            </a:fld>
            <a:endParaRPr lang="es-ES" noProof="0"/>
          </a:p>
        </p:txBody>
      </p:sp>
    </p:spTree>
    <p:extLst>
      <p:ext uri="{BB962C8B-B14F-4D97-AF65-F5344CB8AC3E}">
        <p14:creationId xmlns:p14="http://schemas.microsoft.com/office/powerpoint/2010/main" val="2202325018"/>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contenido">
    <p:spTree>
      <p:nvGrpSpPr>
        <p:cNvPr id="1" name=""/>
        <p:cNvGrpSpPr/>
        <p:nvPr/>
      </p:nvGrpSpPr>
      <p:grpSpPr>
        <a:xfrm>
          <a:off x="0" y="0"/>
          <a:ext cx="0" cy="0"/>
          <a:chOff x="0" y="0"/>
          <a:chExt cx="0" cy="0"/>
        </a:xfrm>
      </p:grpSpPr>
      <p:pic>
        <p:nvPicPr>
          <p:cNvPr id="7" name="Imagen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ítulo 1"/>
          <p:cNvSpPr>
            <a:spLocks noGrp="1"/>
          </p:cNvSpPr>
          <p:nvPr>
            <p:ph type="title"/>
          </p:nvPr>
        </p:nvSpPr>
        <p:spPr/>
        <p:txBody>
          <a:bodyPr rtlCol="0"/>
          <a:lstStyle/>
          <a:p>
            <a:pPr rtl="0"/>
            <a:r>
              <a:rPr lang="es-ES" noProof="0"/>
              <a:t>Haga clic para modificar el estilo de título del patrón</a:t>
            </a:r>
          </a:p>
        </p:txBody>
      </p:sp>
      <p:sp>
        <p:nvSpPr>
          <p:cNvPr id="3" name="Marcador de contenido 2"/>
          <p:cNvSpPr>
            <a:spLocks noGrp="1"/>
          </p:cNvSpPr>
          <p:nvPr>
            <p:ph idx="1"/>
          </p:nvPr>
        </p:nvSpPr>
        <p:spPr/>
        <p:txBody>
          <a:bodyPr rtlCol="0" anchor="ct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fecha 3"/>
          <p:cNvSpPr>
            <a:spLocks noGrp="1"/>
          </p:cNvSpPr>
          <p:nvPr>
            <p:ph type="dt" sz="half" idx="10"/>
          </p:nvPr>
        </p:nvSpPr>
        <p:spPr/>
        <p:txBody>
          <a:bodyPr rtlCol="0"/>
          <a:lstStyle/>
          <a:p>
            <a:pPr rtl="0"/>
            <a:fld id="{3D295882-27AA-4631-9331-D93597626FFA}" type="datetime1">
              <a:rPr lang="es-ES" noProof="0" smtClean="0"/>
              <a:t>24/08/2023</a:t>
            </a:fld>
            <a:endParaRPr lang="es-ES" noProof="0"/>
          </a:p>
        </p:txBody>
      </p:sp>
      <p:sp>
        <p:nvSpPr>
          <p:cNvPr id="5" name="Marcador de pie de página 4"/>
          <p:cNvSpPr>
            <a:spLocks noGrp="1"/>
          </p:cNvSpPr>
          <p:nvPr>
            <p:ph type="ftr" sz="quarter" idx="11"/>
          </p:nvPr>
        </p:nvSpPr>
        <p:spPr/>
        <p:txBody>
          <a:bodyPr rtlCol="0"/>
          <a:lstStyle/>
          <a:p>
            <a:pPr rtl="0"/>
            <a:endParaRPr lang="es-ES" noProof="0"/>
          </a:p>
        </p:txBody>
      </p:sp>
      <p:sp>
        <p:nvSpPr>
          <p:cNvPr id="6" name="Marcador de número de diapositiva 5"/>
          <p:cNvSpPr>
            <a:spLocks noGrp="1"/>
          </p:cNvSpPr>
          <p:nvPr>
            <p:ph type="sldNum" sz="quarter" idx="12"/>
          </p:nvPr>
        </p:nvSpPr>
        <p:spPr/>
        <p:txBody>
          <a:bodyPr rtlCol="0"/>
          <a:lstStyle/>
          <a:p>
            <a:pPr rtl="0"/>
            <a:fld id="{69E57DC2-970A-4B3E-BB1C-7A09969E49DF}" type="slidenum">
              <a:rPr lang="es-ES" noProof="0" smtClean="0"/>
              <a:t>‹#›</a:t>
            </a:fld>
            <a:endParaRPr lang="es-ES" noProof="0"/>
          </a:p>
        </p:txBody>
      </p:sp>
    </p:spTree>
    <p:extLst>
      <p:ext uri="{BB962C8B-B14F-4D97-AF65-F5344CB8AC3E}">
        <p14:creationId xmlns:p14="http://schemas.microsoft.com/office/powerpoint/2010/main" val="24665461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la sección">
    <p:spTree>
      <p:nvGrpSpPr>
        <p:cNvPr id="1" name=""/>
        <p:cNvGrpSpPr/>
        <p:nvPr/>
      </p:nvGrpSpPr>
      <p:grpSpPr>
        <a:xfrm>
          <a:off x="0" y="0"/>
          <a:ext cx="0" cy="0"/>
          <a:chOff x="0" y="0"/>
          <a:chExt cx="0" cy="0"/>
        </a:xfrm>
      </p:grpSpPr>
      <p:pic>
        <p:nvPicPr>
          <p:cNvPr id="7" name="Imagen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ítulo 1"/>
          <p:cNvSpPr>
            <a:spLocks noGrp="1"/>
          </p:cNvSpPr>
          <p:nvPr>
            <p:ph type="title"/>
          </p:nvPr>
        </p:nvSpPr>
        <p:spPr>
          <a:xfrm>
            <a:off x="685800" y="3308581"/>
            <a:ext cx="10131427" cy="1468800"/>
          </a:xfrm>
        </p:spPr>
        <p:txBody>
          <a:bodyPr rtlCol="0" anchor="b"/>
          <a:lstStyle>
            <a:lvl1pPr algn="l">
              <a:defRPr sz="4000" b="0" cap="all"/>
            </a:lvl1pPr>
          </a:lstStyle>
          <a:p>
            <a:pPr rtl="0"/>
            <a:r>
              <a:rPr lang="es-ES" noProof="0"/>
              <a:t>Haga clic para modificar el estilo de título del patrón</a:t>
            </a:r>
          </a:p>
        </p:txBody>
      </p:sp>
      <p:sp>
        <p:nvSpPr>
          <p:cNvPr id="3" name="Marcador de texto 2"/>
          <p:cNvSpPr>
            <a:spLocks noGrp="1"/>
          </p:cNvSpPr>
          <p:nvPr>
            <p:ph type="body" idx="1"/>
          </p:nvPr>
        </p:nvSpPr>
        <p:spPr>
          <a:xfrm>
            <a:off x="685799" y="4777381"/>
            <a:ext cx="10131428" cy="860400"/>
          </a:xfrm>
        </p:spPr>
        <p:txBody>
          <a:bodyPr rtlCol="0"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es-ES" noProof="0"/>
              <a:t>Haga clic para modificar los estilos de texto del patrón</a:t>
            </a:r>
          </a:p>
        </p:txBody>
      </p:sp>
      <p:sp>
        <p:nvSpPr>
          <p:cNvPr id="4" name="Marcador de fecha 3"/>
          <p:cNvSpPr>
            <a:spLocks noGrp="1"/>
          </p:cNvSpPr>
          <p:nvPr>
            <p:ph type="dt" sz="half" idx="10"/>
          </p:nvPr>
        </p:nvSpPr>
        <p:spPr/>
        <p:txBody>
          <a:bodyPr rtlCol="0"/>
          <a:lstStyle/>
          <a:p>
            <a:pPr rtl="0"/>
            <a:fld id="{839AA68A-2C9F-4F93-9A12-B546EF9950E3}" type="datetime1">
              <a:rPr lang="es-ES" noProof="0" smtClean="0"/>
              <a:t>24/08/2023</a:t>
            </a:fld>
            <a:endParaRPr lang="es-ES" noProof="0"/>
          </a:p>
        </p:txBody>
      </p:sp>
      <p:sp>
        <p:nvSpPr>
          <p:cNvPr id="5" name="Marcador de pie de página 4"/>
          <p:cNvSpPr>
            <a:spLocks noGrp="1"/>
          </p:cNvSpPr>
          <p:nvPr>
            <p:ph type="ftr" sz="quarter" idx="11"/>
          </p:nvPr>
        </p:nvSpPr>
        <p:spPr/>
        <p:txBody>
          <a:bodyPr rtlCol="0"/>
          <a:lstStyle/>
          <a:p>
            <a:pPr rtl="0"/>
            <a:endParaRPr lang="es-ES" noProof="0"/>
          </a:p>
        </p:txBody>
      </p:sp>
      <p:sp>
        <p:nvSpPr>
          <p:cNvPr id="6" name="Marcador de número de diapositiva 5"/>
          <p:cNvSpPr>
            <a:spLocks noGrp="1"/>
          </p:cNvSpPr>
          <p:nvPr>
            <p:ph type="sldNum" sz="quarter" idx="12"/>
          </p:nvPr>
        </p:nvSpPr>
        <p:spPr/>
        <p:txBody>
          <a:bodyPr rtlCol="0"/>
          <a:lstStyle/>
          <a:p>
            <a:pPr rtl="0"/>
            <a:fld id="{69E57DC2-970A-4B3E-BB1C-7A09969E49DF}" type="slidenum">
              <a:rPr lang="es-ES" noProof="0" smtClean="0"/>
              <a:pPr rtl="0"/>
              <a:t>‹#›</a:t>
            </a:fld>
            <a:endParaRPr lang="es-ES" noProof="0"/>
          </a:p>
        </p:txBody>
      </p:sp>
    </p:spTree>
    <p:extLst>
      <p:ext uri="{BB962C8B-B14F-4D97-AF65-F5344CB8AC3E}">
        <p14:creationId xmlns:p14="http://schemas.microsoft.com/office/powerpoint/2010/main" val="10745802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contenido">
    <p:spTree>
      <p:nvGrpSpPr>
        <p:cNvPr id="1" name=""/>
        <p:cNvGrpSpPr/>
        <p:nvPr/>
      </p:nvGrpSpPr>
      <p:grpSpPr>
        <a:xfrm>
          <a:off x="0" y="0"/>
          <a:ext cx="0" cy="0"/>
          <a:chOff x="0" y="0"/>
          <a:chExt cx="0" cy="0"/>
        </a:xfrm>
      </p:grpSpPr>
      <p:pic>
        <p:nvPicPr>
          <p:cNvPr id="8" name="Imagen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ítulo 1"/>
          <p:cNvSpPr>
            <a:spLocks noGrp="1"/>
          </p:cNvSpPr>
          <p:nvPr>
            <p:ph type="title"/>
          </p:nvPr>
        </p:nvSpPr>
        <p:spPr/>
        <p:txBody>
          <a:bodyPr rtlCol="0"/>
          <a:lstStyle/>
          <a:p>
            <a:pPr rtl="0"/>
            <a:r>
              <a:rPr lang="es-ES" noProof="0"/>
              <a:t>Haga clic para modificar el estilo de título del patrón</a:t>
            </a:r>
          </a:p>
        </p:txBody>
      </p:sp>
      <p:sp>
        <p:nvSpPr>
          <p:cNvPr id="3" name="Marcador de contenido 2"/>
          <p:cNvSpPr>
            <a:spLocks noGrp="1"/>
          </p:cNvSpPr>
          <p:nvPr>
            <p:ph sz="half" idx="1"/>
          </p:nvPr>
        </p:nvSpPr>
        <p:spPr>
          <a:xfrm>
            <a:off x="685802" y="2142067"/>
            <a:ext cx="4995334" cy="3649134"/>
          </a:xfrm>
        </p:spPr>
        <p:txBody>
          <a:bodyPr rtlCol="0">
            <a:normAutofit/>
          </a:body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contenido 3"/>
          <p:cNvSpPr>
            <a:spLocks noGrp="1"/>
          </p:cNvSpPr>
          <p:nvPr>
            <p:ph sz="half" idx="2"/>
          </p:nvPr>
        </p:nvSpPr>
        <p:spPr>
          <a:xfrm>
            <a:off x="5821895" y="2142067"/>
            <a:ext cx="4995332" cy="3649133"/>
          </a:xfrm>
        </p:spPr>
        <p:txBody>
          <a:bodyPr rtlCol="0">
            <a:normAutofit/>
          </a:body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5" name="Marcador de fecha 4"/>
          <p:cNvSpPr>
            <a:spLocks noGrp="1"/>
          </p:cNvSpPr>
          <p:nvPr>
            <p:ph type="dt" sz="half" idx="10"/>
          </p:nvPr>
        </p:nvSpPr>
        <p:spPr/>
        <p:txBody>
          <a:bodyPr rtlCol="0"/>
          <a:lstStyle/>
          <a:p>
            <a:pPr rtl="0"/>
            <a:fld id="{744D0B13-414C-489C-BD27-AC542C962F8C}" type="datetime1">
              <a:rPr lang="es-ES" noProof="0" smtClean="0"/>
              <a:t>24/08/2023</a:t>
            </a:fld>
            <a:endParaRPr lang="es-ES" noProof="0"/>
          </a:p>
        </p:txBody>
      </p:sp>
      <p:sp>
        <p:nvSpPr>
          <p:cNvPr id="6" name="Marcador de pie de página 5"/>
          <p:cNvSpPr>
            <a:spLocks noGrp="1"/>
          </p:cNvSpPr>
          <p:nvPr>
            <p:ph type="ftr" sz="quarter" idx="11"/>
          </p:nvPr>
        </p:nvSpPr>
        <p:spPr/>
        <p:txBody>
          <a:bodyPr rtlCol="0"/>
          <a:lstStyle/>
          <a:p>
            <a:pPr rtl="0"/>
            <a:endParaRPr lang="es-ES" noProof="0"/>
          </a:p>
        </p:txBody>
      </p:sp>
      <p:sp>
        <p:nvSpPr>
          <p:cNvPr id="7" name="Marcador de posición de número de diapositiva 6"/>
          <p:cNvSpPr>
            <a:spLocks noGrp="1"/>
          </p:cNvSpPr>
          <p:nvPr>
            <p:ph type="sldNum" sz="quarter" idx="12"/>
          </p:nvPr>
        </p:nvSpPr>
        <p:spPr/>
        <p:txBody>
          <a:bodyPr rtlCol="0"/>
          <a:lstStyle/>
          <a:p>
            <a:pPr rtl="0"/>
            <a:fld id="{69E57DC2-970A-4B3E-BB1C-7A09969E49DF}" type="slidenum">
              <a:rPr lang="es-ES" noProof="0" smtClean="0"/>
              <a:t>‹#›</a:t>
            </a:fld>
            <a:endParaRPr lang="es-ES" noProof="0"/>
          </a:p>
        </p:txBody>
      </p:sp>
    </p:spTree>
    <p:extLst>
      <p:ext uri="{BB962C8B-B14F-4D97-AF65-F5344CB8AC3E}">
        <p14:creationId xmlns:p14="http://schemas.microsoft.com/office/powerpoint/2010/main" val="16231046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lvl1pPr>
              <a:defRPr/>
            </a:lvl1pPr>
          </a:lstStyle>
          <a:p>
            <a:pPr rtl="0"/>
            <a:r>
              <a:rPr lang="es-ES" noProof="0"/>
              <a:t>Haga clic para modificar el estilo de título del patrón</a:t>
            </a:r>
          </a:p>
        </p:txBody>
      </p:sp>
      <p:sp>
        <p:nvSpPr>
          <p:cNvPr id="3" name="Marcador de texto 2"/>
          <p:cNvSpPr>
            <a:spLocks noGrp="1"/>
          </p:cNvSpPr>
          <p:nvPr>
            <p:ph type="body" idx="1"/>
          </p:nvPr>
        </p:nvSpPr>
        <p:spPr>
          <a:xfrm>
            <a:off x="973670" y="2218267"/>
            <a:ext cx="4709054" cy="576262"/>
          </a:xfrm>
        </p:spPr>
        <p:txBody>
          <a:bodyPr rtlCol="0"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4" name="Marcador de contenido 3"/>
          <p:cNvSpPr>
            <a:spLocks noGrp="1"/>
          </p:cNvSpPr>
          <p:nvPr>
            <p:ph sz="half" idx="2"/>
          </p:nvPr>
        </p:nvSpPr>
        <p:spPr>
          <a:xfrm>
            <a:off x="685801" y="2870201"/>
            <a:ext cx="4996923" cy="2920998"/>
          </a:xfrm>
        </p:spPr>
        <p:txBody>
          <a:bodyPr rtlCol="0" anchor="t">
            <a:normAutofit/>
          </a:body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5" name="Marcador de texto 4"/>
          <p:cNvSpPr>
            <a:spLocks noGrp="1"/>
          </p:cNvSpPr>
          <p:nvPr>
            <p:ph type="body" sz="quarter" idx="3"/>
          </p:nvPr>
        </p:nvSpPr>
        <p:spPr>
          <a:xfrm>
            <a:off x="6096003" y="2226734"/>
            <a:ext cx="4722813" cy="576262"/>
          </a:xfrm>
        </p:spPr>
        <p:txBody>
          <a:bodyPr rtlCol="0"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6" name="Marcador de contenido 5"/>
          <p:cNvSpPr>
            <a:spLocks noGrp="1"/>
          </p:cNvSpPr>
          <p:nvPr>
            <p:ph sz="quarter" idx="4"/>
          </p:nvPr>
        </p:nvSpPr>
        <p:spPr>
          <a:xfrm>
            <a:off x="5823483" y="2870201"/>
            <a:ext cx="4995334" cy="2920998"/>
          </a:xfrm>
        </p:spPr>
        <p:txBody>
          <a:bodyPr rtlCol="0" anchor="t">
            <a:normAutofit/>
          </a:body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7" name="Marcador de fecha 6"/>
          <p:cNvSpPr>
            <a:spLocks noGrp="1"/>
          </p:cNvSpPr>
          <p:nvPr>
            <p:ph type="dt" sz="half" idx="10"/>
          </p:nvPr>
        </p:nvSpPr>
        <p:spPr/>
        <p:txBody>
          <a:bodyPr rtlCol="0"/>
          <a:lstStyle/>
          <a:p>
            <a:pPr rtl="0"/>
            <a:fld id="{4795B55D-B831-4E7C-9B5B-10572D70AAC1}" type="datetime1">
              <a:rPr lang="es-ES" noProof="0" smtClean="0"/>
              <a:t>24/08/2023</a:t>
            </a:fld>
            <a:endParaRPr lang="es-ES" noProof="0"/>
          </a:p>
        </p:txBody>
      </p:sp>
      <p:sp>
        <p:nvSpPr>
          <p:cNvPr id="8" name="Marcador de pie de página 7"/>
          <p:cNvSpPr>
            <a:spLocks noGrp="1"/>
          </p:cNvSpPr>
          <p:nvPr>
            <p:ph type="ftr" sz="quarter" idx="11"/>
          </p:nvPr>
        </p:nvSpPr>
        <p:spPr/>
        <p:txBody>
          <a:bodyPr rtlCol="0"/>
          <a:lstStyle/>
          <a:p>
            <a:pPr rtl="0"/>
            <a:endParaRPr lang="es-ES" noProof="0"/>
          </a:p>
        </p:txBody>
      </p:sp>
      <p:sp>
        <p:nvSpPr>
          <p:cNvPr id="9" name="Marcador de número de diapositiva 8"/>
          <p:cNvSpPr>
            <a:spLocks noGrp="1"/>
          </p:cNvSpPr>
          <p:nvPr>
            <p:ph type="sldNum" sz="quarter" idx="12"/>
          </p:nvPr>
        </p:nvSpPr>
        <p:spPr/>
        <p:txBody>
          <a:bodyPr rtlCol="0"/>
          <a:lstStyle/>
          <a:p>
            <a:pPr rtl="0"/>
            <a:fld id="{69E57DC2-970A-4B3E-BB1C-7A09969E49DF}" type="slidenum">
              <a:rPr lang="es-ES" noProof="0" smtClean="0"/>
              <a:t>‹#›</a:t>
            </a:fld>
            <a:endParaRPr lang="es-ES" noProof="0"/>
          </a:p>
        </p:txBody>
      </p:sp>
    </p:spTree>
    <p:extLst>
      <p:ext uri="{BB962C8B-B14F-4D97-AF65-F5344CB8AC3E}">
        <p14:creationId xmlns:p14="http://schemas.microsoft.com/office/powerpoint/2010/main" val="1987299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pic>
        <p:nvPicPr>
          <p:cNvPr id="6" name="Imagen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ítulo 1"/>
          <p:cNvSpPr>
            <a:spLocks noGrp="1"/>
          </p:cNvSpPr>
          <p:nvPr>
            <p:ph type="title"/>
          </p:nvPr>
        </p:nvSpPr>
        <p:spPr/>
        <p:txBody>
          <a:bodyPr rtlCol="0"/>
          <a:lstStyle/>
          <a:p>
            <a:pPr rtl="0"/>
            <a:r>
              <a:rPr lang="es-ES" noProof="0"/>
              <a:t>Haga clic para modificar el estilo de título del patrón</a:t>
            </a:r>
          </a:p>
        </p:txBody>
      </p:sp>
      <p:sp>
        <p:nvSpPr>
          <p:cNvPr id="3" name="Marcador de fecha 2"/>
          <p:cNvSpPr>
            <a:spLocks noGrp="1"/>
          </p:cNvSpPr>
          <p:nvPr>
            <p:ph type="dt" sz="half" idx="10"/>
          </p:nvPr>
        </p:nvSpPr>
        <p:spPr/>
        <p:txBody>
          <a:bodyPr rtlCol="0"/>
          <a:lstStyle/>
          <a:p>
            <a:pPr rtl="0"/>
            <a:fld id="{A81EFD60-9F29-4E84-B34D-5A4A32F8F177}" type="datetime1">
              <a:rPr lang="es-ES" noProof="0" smtClean="0"/>
              <a:t>24/08/2023</a:t>
            </a:fld>
            <a:endParaRPr lang="es-ES" noProof="0"/>
          </a:p>
        </p:txBody>
      </p:sp>
      <p:sp>
        <p:nvSpPr>
          <p:cNvPr id="4" name="Marcador de pie de página 3"/>
          <p:cNvSpPr>
            <a:spLocks noGrp="1"/>
          </p:cNvSpPr>
          <p:nvPr>
            <p:ph type="ftr" sz="quarter" idx="11"/>
          </p:nvPr>
        </p:nvSpPr>
        <p:spPr/>
        <p:txBody>
          <a:bodyPr rtlCol="0"/>
          <a:lstStyle/>
          <a:p>
            <a:pPr rtl="0"/>
            <a:endParaRPr lang="es-ES" noProof="0"/>
          </a:p>
        </p:txBody>
      </p:sp>
      <p:sp>
        <p:nvSpPr>
          <p:cNvPr id="5" name="Marcador de posición de número de diapositiva 4"/>
          <p:cNvSpPr>
            <a:spLocks noGrp="1"/>
          </p:cNvSpPr>
          <p:nvPr>
            <p:ph type="sldNum" sz="quarter" idx="12"/>
          </p:nvPr>
        </p:nvSpPr>
        <p:spPr/>
        <p:txBody>
          <a:bodyPr rtlCol="0"/>
          <a:lstStyle/>
          <a:p>
            <a:pPr rtl="0"/>
            <a:fld id="{69E57DC2-970A-4B3E-BB1C-7A09969E49DF}" type="slidenum">
              <a:rPr lang="es-ES" noProof="0" smtClean="0"/>
              <a:t>‹#›</a:t>
            </a:fld>
            <a:endParaRPr lang="es-ES" noProof="0"/>
          </a:p>
        </p:txBody>
      </p:sp>
    </p:spTree>
    <p:extLst>
      <p:ext uri="{BB962C8B-B14F-4D97-AF65-F5344CB8AC3E}">
        <p14:creationId xmlns:p14="http://schemas.microsoft.com/office/powerpoint/2010/main" val="42405505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pic>
        <p:nvPicPr>
          <p:cNvPr id="5" name="Imagen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Marcador de fecha 1"/>
          <p:cNvSpPr>
            <a:spLocks noGrp="1"/>
          </p:cNvSpPr>
          <p:nvPr>
            <p:ph type="dt" sz="half" idx="10"/>
          </p:nvPr>
        </p:nvSpPr>
        <p:spPr/>
        <p:txBody>
          <a:bodyPr rtlCol="0"/>
          <a:lstStyle/>
          <a:p>
            <a:pPr rtl="0"/>
            <a:fld id="{EFC432DC-30D4-485D-908A-88BDD16BF582}" type="datetime1">
              <a:rPr lang="es-ES" noProof="0" smtClean="0"/>
              <a:t>24/08/2023</a:t>
            </a:fld>
            <a:endParaRPr lang="es-ES" noProof="0"/>
          </a:p>
        </p:txBody>
      </p:sp>
      <p:sp>
        <p:nvSpPr>
          <p:cNvPr id="3" name="Marcador de pie de página 2"/>
          <p:cNvSpPr>
            <a:spLocks noGrp="1"/>
          </p:cNvSpPr>
          <p:nvPr>
            <p:ph type="ftr" sz="quarter" idx="11"/>
          </p:nvPr>
        </p:nvSpPr>
        <p:spPr/>
        <p:txBody>
          <a:bodyPr rtlCol="0"/>
          <a:lstStyle/>
          <a:p>
            <a:pPr rtl="0"/>
            <a:endParaRPr lang="es-ES" noProof="0"/>
          </a:p>
        </p:txBody>
      </p:sp>
      <p:sp>
        <p:nvSpPr>
          <p:cNvPr id="4" name="Marcador de número de diapositiva 3"/>
          <p:cNvSpPr>
            <a:spLocks noGrp="1"/>
          </p:cNvSpPr>
          <p:nvPr>
            <p:ph type="sldNum" sz="quarter" idx="12"/>
          </p:nvPr>
        </p:nvSpPr>
        <p:spPr/>
        <p:txBody>
          <a:bodyPr rtlCol="0"/>
          <a:lstStyle/>
          <a:p>
            <a:pPr rtl="0"/>
            <a:fld id="{69E57DC2-970A-4B3E-BB1C-7A09969E49DF}" type="slidenum">
              <a:rPr lang="es-ES" noProof="0" smtClean="0"/>
              <a:t>‹#›</a:t>
            </a:fld>
            <a:endParaRPr lang="es-ES" noProof="0"/>
          </a:p>
        </p:txBody>
      </p:sp>
    </p:spTree>
    <p:extLst>
      <p:ext uri="{BB962C8B-B14F-4D97-AF65-F5344CB8AC3E}">
        <p14:creationId xmlns:p14="http://schemas.microsoft.com/office/powerpoint/2010/main" val="32930739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pic>
        <p:nvPicPr>
          <p:cNvPr id="8" name="Imagen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ítulo 1"/>
          <p:cNvSpPr>
            <a:spLocks noGrp="1"/>
          </p:cNvSpPr>
          <p:nvPr>
            <p:ph type="title"/>
          </p:nvPr>
        </p:nvSpPr>
        <p:spPr>
          <a:xfrm>
            <a:off x="685800" y="2074333"/>
            <a:ext cx="3680885" cy="1371600"/>
          </a:xfrm>
        </p:spPr>
        <p:txBody>
          <a:bodyPr rtlCol="0" anchor="b">
            <a:normAutofit/>
          </a:bodyPr>
          <a:lstStyle>
            <a:lvl1pPr algn="l">
              <a:defRPr sz="2400" b="0"/>
            </a:lvl1pPr>
          </a:lstStyle>
          <a:p>
            <a:pPr rtl="0"/>
            <a:r>
              <a:rPr lang="es-ES" noProof="0"/>
              <a:t>Haga clic para modificar el estilo de título del patrón</a:t>
            </a:r>
          </a:p>
        </p:txBody>
      </p:sp>
      <p:sp>
        <p:nvSpPr>
          <p:cNvPr id="3" name="Marcador de contenido 2"/>
          <p:cNvSpPr>
            <a:spLocks noGrp="1"/>
          </p:cNvSpPr>
          <p:nvPr>
            <p:ph idx="1"/>
          </p:nvPr>
        </p:nvSpPr>
        <p:spPr>
          <a:xfrm>
            <a:off x="4648201" y="609601"/>
            <a:ext cx="6169026" cy="5181600"/>
          </a:xfrm>
        </p:spPr>
        <p:txBody>
          <a:bodyPr rtlCol="0" anchor="ctr">
            <a:normAutofit/>
          </a:body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texto 3"/>
          <p:cNvSpPr>
            <a:spLocks noGrp="1"/>
          </p:cNvSpPr>
          <p:nvPr>
            <p:ph type="body" sz="half" idx="2"/>
          </p:nvPr>
        </p:nvSpPr>
        <p:spPr>
          <a:xfrm>
            <a:off x="685800" y="3445933"/>
            <a:ext cx="3680885" cy="1828800"/>
          </a:xfrm>
        </p:spPr>
        <p:txBody>
          <a:bodyPr rtlCol="0"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s-ES" noProof="0"/>
              <a:t>Haga clic para modificar los estilos de texto del patrón</a:t>
            </a:r>
          </a:p>
        </p:txBody>
      </p:sp>
      <p:sp>
        <p:nvSpPr>
          <p:cNvPr id="5" name="Marcador de fecha 4"/>
          <p:cNvSpPr>
            <a:spLocks noGrp="1"/>
          </p:cNvSpPr>
          <p:nvPr>
            <p:ph type="dt" sz="half" idx="10"/>
          </p:nvPr>
        </p:nvSpPr>
        <p:spPr/>
        <p:txBody>
          <a:bodyPr rtlCol="0"/>
          <a:lstStyle/>
          <a:p>
            <a:pPr rtl="0"/>
            <a:fld id="{D08C6E3D-7AEB-4E32-A201-6C2FD4755C7B}" type="datetime1">
              <a:rPr lang="es-ES" noProof="0" smtClean="0"/>
              <a:t>24/08/2023</a:t>
            </a:fld>
            <a:endParaRPr lang="es-ES" noProof="0"/>
          </a:p>
        </p:txBody>
      </p:sp>
      <p:sp>
        <p:nvSpPr>
          <p:cNvPr id="6" name="Marcador de pie de página 5"/>
          <p:cNvSpPr>
            <a:spLocks noGrp="1"/>
          </p:cNvSpPr>
          <p:nvPr>
            <p:ph type="ftr" sz="quarter" idx="11"/>
          </p:nvPr>
        </p:nvSpPr>
        <p:spPr/>
        <p:txBody>
          <a:bodyPr rtlCol="0"/>
          <a:lstStyle/>
          <a:p>
            <a:pPr rtl="0"/>
            <a:endParaRPr lang="es-ES" noProof="0"/>
          </a:p>
        </p:txBody>
      </p:sp>
      <p:sp>
        <p:nvSpPr>
          <p:cNvPr id="7" name="Marcador de posición de número de diapositiva 6"/>
          <p:cNvSpPr>
            <a:spLocks noGrp="1"/>
          </p:cNvSpPr>
          <p:nvPr>
            <p:ph type="sldNum" sz="quarter" idx="12"/>
          </p:nvPr>
        </p:nvSpPr>
        <p:spPr/>
        <p:txBody>
          <a:bodyPr rtlCol="0"/>
          <a:lstStyle/>
          <a:p>
            <a:pPr rtl="0"/>
            <a:fld id="{69E57DC2-970A-4B3E-BB1C-7A09969E49DF}" type="slidenum">
              <a:rPr lang="es-ES" noProof="0" smtClean="0"/>
              <a:pPr rtl="0"/>
              <a:t>‹#›</a:t>
            </a:fld>
            <a:endParaRPr lang="es-ES" noProof="0"/>
          </a:p>
        </p:txBody>
      </p:sp>
    </p:spTree>
    <p:extLst>
      <p:ext uri="{BB962C8B-B14F-4D97-AF65-F5344CB8AC3E}">
        <p14:creationId xmlns:p14="http://schemas.microsoft.com/office/powerpoint/2010/main" val="11409764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leyenda">
    <p:spTree>
      <p:nvGrpSpPr>
        <p:cNvPr id="1" name=""/>
        <p:cNvGrpSpPr/>
        <p:nvPr/>
      </p:nvGrpSpPr>
      <p:grpSpPr>
        <a:xfrm>
          <a:off x="0" y="0"/>
          <a:ext cx="0" cy="0"/>
          <a:chOff x="0" y="0"/>
          <a:chExt cx="0" cy="0"/>
        </a:xfrm>
      </p:grpSpPr>
      <p:pic>
        <p:nvPicPr>
          <p:cNvPr id="8" name="Imagen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ítulo 1"/>
          <p:cNvSpPr>
            <a:spLocks noGrp="1"/>
          </p:cNvSpPr>
          <p:nvPr>
            <p:ph type="title"/>
          </p:nvPr>
        </p:nvSpPr>
        <p:spPr>
          <a:xfrm>
            <a:off x="685800" y="1600200"/>
            <a:ext cx="6164653" cy="1371600"/>
          </a:xfrm>
        </p:spPr>
        <p:txBody>
          <a:bodyPr rtlCol="0" anchor="b">
            <a:normAutofit/>
          </a:bodyPr>
          <a:lstStyle>
            <a:lvl1pPr algn="l">
              <a:defRPr sz="2800" b="0"/>
            </a:lvl1pPr>
          </a:lstStyle>
          <a:p>
            <a:pPr rtl="0"/>
            <a:r>
              <a:rPr lang="es-ES" noProof="0"/>
              <a:t>Haga clic para modificar el estilo de título del patrón</a:t>
            </a:r>
          </a:p>
        </p:txBody>
      </p:sp>
      <p:sp>
        <p:nvSpPr>
          <p:cNvPr id="14" name="Marcador de posición de imagen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es-ES" noProof="0"/>
              <a:t>Haga clic en el icono para agregar una imagen</a:t>
            </a:r>
          </a:p>
        </p:txBody>
      </p:sp>
      <p:sp>
        <p:nvSpPr>
          <p:cNvPr id="4" name="Marcador de texto 3"/>
          <p:cNvSpPr>
            <a:spLocks noGrp="1"/>
          </p:cNvSpPr>
          <p:nvPr>
            <p:ph type="body" sz="half" idx="2"/>
          </p:nvPr>
        </p:nvSpPr>
        <p:spPr>
          <a:xfrm>
            <a:off x="685800" y="2971800"/>
            <a:ext cx="6164653" cy="1828800"/>
          </a:xfrm>
        </p:spPr>
        <p:txBody>
          <a:bodyPr rtlCol="0"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s-ES" noProof="0"/>
              <a:t>Haga clic para modificar los estilos de texto del patrón</a:t>
            </a:r>
          </a:p>
        </p:txBody>
      </p:sp>
      <p:sp>
        <p:nvSpPr>
          <p:cNvPr id="5" name="Marcador de fecha 4"/>
          <p:cNvSpPr>
            <a:spLocks noGrp="1"/>
          </p:cNvSpPr>
          <p:nvPr>
            <p:ph type="dt" sz="half" idx="10"/>
          </p:nvPr>
        </p:nvSpPr>
        <p:spPr/>
        <p:txBody>
          <a:bodyPr rtlCol="0"/>
          <a:lstStyle/>
          <a:p>
            <a:pPr rtl="0"/>
            <a:fld id="{63369E75-D520-456D-AA7B-A5719B0A1CFB}" type="datetime1">
              <a:rPr lang="es-ES" noProof="0" smtClean="0"/>
              <a:t>24/08/2023</a:t>
            </a:fld>
            <a:endParaRPr lang="es-ES" noProof="0"/>
          </a:p>
        </p:txBody>
      </p:sp>
      <p:sp>
        <p:nvSpPr>
          <p:cNvPr id="6" name="Marcador de pie de página 5"/>
          <p:cNvSpPr>
            <a:spLocks noGrp="1"/>
          </p:cNvSpPr>
          <p:nvPr>
            <p:ph type="ftr" sz="quarter" idx="11"/>
          </p:nvPr>
        </p:nvSpPr>
        <p:spPr/>
        <p:txBody>
          <a:bodyPr rtlCol="0"/>
          <a:lstStyle/>
          <a:p>
            <a:pPr rtl="0"/>
            <a:endParaRPr lang="es-ES" noProof="0"/>
          </a:p>
        </p:txBody>
      </p:sp>
      <p:sp>
        <p:nvSpPr>
          <p:cNvPr id="7" name="Marcador de posición de número de diapositiva 6"/>
          <p:cNvSpPr>
            <a:spLocks noGrp="1"/>
          </p:cNvSpPr>
          <p:nvPr>
            <p:ph type="sldNum" sz="quarter" idx="12"/>
          </p:nvPr>
        </p:nvSpPr>
        <p:spPr/>
        <p:txBody>
          <a:bodyPr rtlCol="0"/>
          <a:lstStyle/>
          <a:p>
            <a:pPr rtl="0"/>
            <a:fld id="{69E57DC2-970A-4B3E-BB1C-7A09969E49DF}" type="slidenum">
              <a:rPr lang="es-ES" noProof="0" smtClean="0"/>
              <a:pPr rtl="0"/>
              <a:t>‹#›</a:t>
            </a:fld>
            <a:endParaRPr lang="es-ES" noProof="0"/>
          </a:p>
        </p:txBody>
      </p:sp>
    </p:spTree>
    <p:extLst>
      <p:ext uri="{BB962C8B-B14F-4D97-AF65-F5344CB8AC3E}">
        <p14:creationId xmlns:p14="http://schemas.microsoft.com/office/powerpoint/2010/main" val="21790806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leyenda">
    <p:spTree>
      <p:nvGrpSpPr>
        <p:cNvPr id="1" name=""/>
        <p:cNvGrpSpPr/>
        <p:nvPr/>
      </p:nvGrpSpPr>
      <p:grpSpPr>
        <a:xfrm>
          <a:off x="0" y="0"/>
          <a:ext cx="0" cy="0"/>
          <a:chOff x="0" y="0"/>
          <a:chExt cx="0" cy="0"/>
        </a:xfrm>
      </p:grpSpPr>
      <p:pic>
        <p:nvPicPr>
          <p:cNvPr id="8" name="Imagen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ítulo 1"/>
          <p:cNvSpPr>
            <a:spLocks noGrp="1"/>
          </p:cNvSpPr>
          <p:nvPr>
            <p:ph type="title"/>
          </p:nvPr>
        </p:nvSpPr>
        <p:spPr>
          <a:xfrm>
            <a:off x="685800" y="4732865"/>
            <a:ext cx="10131427" cy="566738"/>
          </a:xfrm>
        </p:spPr>
        <p:txBody>
          <a:bodyPr rtlCol="0" anchor="b">
            <a:normAutofit/>
          </a:bodyPr>
          <a:lstStyle>
            <a:lvl1pPr algn="l">
              <a:defRPr sz="2400" b="0"/>
            </a:lvl1pPr>
          </a:lstStyle>
          <a:p>
            <a:pPr rtl="0"/>
            <a:r>
              <a:rPr lang="es-ES" noProof="0"/>
              <a:t>Haga clic para modificar el estilo de título del patrón</a:t>
            </a:r>
          </a:p>
        </p:txBody>
      </p:sp>
      <p:sp>
        <p:nvSpPr>
          <p:cNvPr id="3" name="Marcador de posición de imagen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es-ES" noProof="0"/>
              <a:t>Haga clic en el icono para agregar una imagen</a:t>
            </a:r>
          </a:p>
        </p:txBody>
      </p:sp>
      <p:sp>
        <p:nvSpPr>
          <p:cNvPr id="4" name="Marcador de texto 3"/>
          <p:cNvSpPr>
            <a:spLocks noGrp="1"/>
          </p:cNvSpPr>
          <p:nvPr>
            <p:ph type="body" sz="half" idx="2"/>
          </p:nvPr>
        </p:nvSpPr>
        <p:spPr>
          <a:xfrm>
            <a:off x="685800" y="5299603"/>
            <a:ext cx="10131427" cy="493712"/>
          </a:xfrm>
        </p:spPr>
        <p:txBody>
          <a:bodyPr rtlCol="0"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s-ES" noProof="0"/>
              <a:t>Haga clic para modificar los estilos de texto del patrón</a:t>
            </a:r>
          </a:p>
        </p:txBody>
      </p:sp>
      <p:sp>
        <p:nvSpPr>
          <p:cNvPr id="5" name="Marcador de fecha 4"/>
          <p:cNvSpPr>
            <a:spLocks noGrp="1"/>
          </p:cNvSpPr>
          <p:nvPr>
            <p:ph type="dt" sz="half" idx="10"/>
          </p:nvPr>
        </p:nvSpPr>
        <p:spPr/>
        <p:txBody>
          <a:bodyPr rtlCol="0"/>
          <a:lstStyle/>
          <a:p>
            <a:pPr rtl="0"/>
            <a:fld id="{077E0CED-BF29-4F0C-9AA9-0115D5713A3C}" type="datetime1">
              <a:rPr lang="es-ES" noProof="0" smtClean="0"/>
              <a:t>24/08/2023</a:t>
            </a:fld>
            <a:endParaRPr lang="es-ES" noProof="0"/>
          </a:p>
        </p:txBody>
      </p:sp>
      <p:sp>
        <p:nvSpPr>
          <p:cNvPr id="6" name="Marcador de pie de página 5"/>
          <p:cNvSpPr>
            <a:spLocks noGrp="1"/>
          </p:cNvSpPr>
          <p:nvPr>
            <p:ph type="ftr" sz="quarter" idx="11"/>
          </p:nvPr>
        </p:nvSpPr>
        <p:spPr/>
        <p:txBody>
          <a:bodyPr rtlCol="0"/>
          <a:lstStyle/>
          <a:p>
            <a:pPr rtl="0"/>
            <a:endParaRPr lang="es-ES" noProof="0"/>
          </a:p>
        </p:txBody>
      </p:sp>
      <p:sp>
        <p:nvSpPr>
          <p:cNvPr id="7" name="Marcador de posición de número de diapositiva 6"/>
          <p:cNvSpPr>
            <a:spLocks noGrp="1"/>
          </p:cNvSpPr>
          <p:nvPr>
            <p:ph type="sldNum" sz="quarter" idx="12"/>
          </p:nvPr>
        </p:nvSpPr>
        <p:spPr/>
        <p:txBody>
          <a:bodyPr rtlCol="0"/>
          <a:lstStyle/>
          <a:p>
            <a:pPr rtl="0"/>
            <a:fld id="{69E57DC2-970A-4B3E-BB1C-7A09969E49DF}" type="slidenum">
              <a:rPr lang="es-ES" noProof="0" smtClean="0"/>
              <a:pPr rtl="0"/>
              <a:t>‹#›</a:t>
            </a:fld>
            <a:endParaRPr lang="es-ES" noProof="0"/>
          </a:p>
        </p:txBody>
      </p:sp>
    </p:spTree>
    <p:extLst>
      <p:ext uri="{BB962C8B-B14F-4D97-AF65-F5344CB8AC3E}">
        <p14:creationId xmlns:p14="http://schemas.microsoft.com/office/powerpoint/2010/main" val="33863127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leyenda">
    <p:spTree>
      <p:nvGrpSpPr>
        <p:cNvPr id="1" name=""/>
        <p:cNvGrpSpPr/>
        <p:nvPr/>
      </p:nvGrpSpPr>
      <p:grpSpPr>
        <a:xfrm>
          <a:off x="0" y="0"/>
          <a:ext cx="0" cy="0"/>
          <a:chOff x="0" y="0"/>
          <a:chExt cx="0" cy="0"/>
        </a:xfrm>
      </p:grpSpPr>
      <p:pic>
        <p:nvPicPr>
          <p:cNvPr id="7" name="Imagen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ítulo 1"/>
          <p:cNvSpPr>
            <a:spLocks noGrp="1"/>
          </p:cNvSpPr>
          <p:nvPr>
            <p:ph type="title"/>
          </p:nvPr>
        </p:nvSpPr>
        <p:spPr>
          <a:xfrm>
            <a:off x="685801" y="609601"/>
            <a:ext cx="10131427" cy="3124199"/>
          </a:xfrm>
        </p:spPr>
        <p:txBody>
          <a:bodyPr rtlCol="0" anchor="ctr">
            <a:normAutofit/>
          </a:bodyPr>
          <a:lstStyle>
            <a:lvl1pPr algn="l">
              <a:defRPr sz="3200" b="0" cap="none"/>
            </a:lvl1pPr>
          </a:lstStyle>
          <a:p>
            <a:pPr rtl="0"/>
            <a:r>
              <a:rPr lang="es-ES" noProof="0"/>
              <a:t>Haga clic para modificar el estilo de título del patrón</a:t>
            </a:r>
          </a:p>
        </p:txBody>
      </p:sp>
      <p:sp>
        <p:nvSpPr>
          <p:cNvPr id="3" name="Marcador de texto 2"/>
          <p:cNvSpPr>
            <a:spLocks noGrp="1"/>
          </p:cNvSpPr>
          <p:nvPr>
            <p:ph type="body" idx="1"/>
          </p:nvPr>
        </p:nvSpPr>
        <p:spPr>
          <a:xfrm>
            <a:off x="685800" y="4343400"/>
            <a:ext cx="10131428" cy="1447800"/>
          </a:xfrm>
        </p:spPr>
        <p:txBody>
          <a:bodyPr rtlCol="0"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es-ES" noProof="0"/>
              <a:t>Haga clic para modificar los estilos de texto del patrón</a:t>
            </a:r>
          </a:p>
        </p:txBody>
      </p:sp>
      <p:sp>
        <p:nvSpPr>
          <p:cNvPr id="4" name="Marcador de fecha 3"/>
          <p:cNvSpPr>
            <a:spLocks noGrp="1"/>
          </p:cNvSpPr>
          <p:nvPr>
            <p:ph type="dt" sz="half" idx="10"/>
          </p:nvPr>
        </p:nvSpPr>
        <p:spPr/>
        <p:txBody>
          <a:bodyPr rtlCol="0"/>
          <a:lstStyle/>
          <a:p>
            <a:pPr rtl="0"/>
            <a:fld id="{34F880D4-439E-4610-9C3E-7002ADF72D68}" type="datetime1">
              <a:rPr lang="es-ES" noProof="0" smtClean="0"/>
              <a:t>24/08/2023</a:t>
            </a:fld>
            <a:endParaRPr lang="es-ES" noProof="0"/>
          </a:p>
        </p:txBody>
      </p:sp>
      <p:sp>
        <p:nvSpPr>
          <p:cNvPr id="5" name="Marcador de pie de página 4"/>
          <p:cNvSpPr>
            <a:spLocks noGrp="1"/>
          </p:cNvSpPr>
          <p:nvPr>
            <p:ph type="ftr" sz="quarter" idx="11"/>
          </p:nvPr>
        </p:nvSpPr>
        <p:spPr/>
        <p:txBody>
          <a:bodyPr rtlCol="0"/>
          <a:lstStyle/>
          <a:p>
            <a:pPr rtl="0"/>
            <a:endParaRPr lang="es-ES" noProof="0"/>
          </a:p>
        </p:txBody>
      </p:sp>
      <p:sp>
        <p:nvSpPr>
          <p:cNvPr id="6" name="Marcador de número de diapositiva 5"/>
          <p:cNvSpPr>
            <a:spLocks noGrp="1"/>
          </p:cNvSpPr>
          <p:nvPr>
            <p:ph type="sldNum" sz="quarter" idx="12"/>
          </p:nvPr>
        </p:nvSpPr>
        <p:spPr/>
        <p:txBody>
          <a:bodyPr rtlCol="0"/>
          <a:lstStyle/>
          <a:p>
            <a:pPr rtl="0"/>
            <a:fld id="{69E57DC2-970A-4B3E-BB1C-7A09969E49DF}" type="slidenum">
              <a:rPr lang="es-ES" noProof="0" smtClean="0"/>
              <a:pPr rtl="0"/>
              <a:t>‹#›</a:t>
            </a:fld>
            <a:endParaRPr lang="es-ES" noProof="0"/>
          </a:p>
        </p:txBody>
      </p:sp>
    </p:spTree>
    <p:extLst>
      <p:ext uri="{BB962C8B-B14F-4D97-AF65-F5344CB8AC3E}">
        <p14:creationId xmlns:p14="http://schemas.microsoft.com/office/powerpoint/2010/main" val="34980088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leyenda">
    <p:spTree>
      <p:nvGrpSpPr>
        <p:cNvPr id="1" name=""/>
        <p:cNvGrpSpPr/>
        <p:nvPr/>
      </p:nvGrpSpPr>
      <p:grpSpPr>
        <a:xfrm>
          <a:off x="0" y="0"/>
          <a:ext cx="0" cy="0"/>
          <a:chOff x="0" y="0"/>
          <a:chExt cx="0" cy="0"/>
        </a:xfrm>
      </p:grpSpPr>
      <p:pic>
        <p:nvPicPr>
          <p:cNvPr id="11" name="Imagen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Cuadro de texto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rtl="0"/>
            <a:r>
              <a:rPr lang="es-ES" sz="8000" noProof="0">
                <a:solidFill>
                  <a:schemeClr val="tx1"/>
                </a:solidFill>
                <a:effectLst/>
              </a:rPr>
              <a:t>”</a:t>
            </a:r>
          </a:p>
        </p:txBody>
      </p:sp>
      <p:sp>
        <p:nvSpPr>
          <p:cNvPr id="14" name="Cuadro de texto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rtl="0"/>
            <a:r>
              <a:rPr lang="es-ES" sz="8000" noProof="0">
                <a:solidFill>
                  <a:schemeClr val="tx1"/>
                </a:solidFill>
                <a:effectLst/>
              </a:rPr>
              <a:t>“</a:t>
            </a:r>
          </a:p>
        </p:txBody>
      </p:sp>
      <p:sp>
        <p:nvSpPr>
          <p:cNvPr id="16" name="Título 1"/>
          <p:cNvSpPr>
            <a:spLocks noGrp="1"/>
          </p:cNvSpPr>
          <p:nvPr>
            <p:ph type="title"/>
          </p:nvPr>
        </p:nvSpPr>
        <p:spPr>
          <a:xfrm>
            <a:off x="992267" y="609601"/>
            <a:ext cx="9550399" cy="2743199"/>
          </a:xfrm>
        </p:spPr>
        <p:txBody>
          <a:bodyPr rtlCol="0" anchor="ctr">
            <a:normAutofit/>
          </a:bodyPr>
          <a:lstStyle>
            <a:lvl1pPr algn="l">
              <a:defRPr sz="3200" b="0" cap="none">
                <a:solidFill>
                  <a:schemeClr val="tx1"/>
                </a:solidFill>
              </a:defRPr>
            </a:lvl1pPr>
          </a:lstStyle>
          <a:p>
            <a:pPr rtl="0"/>
            <a:r>
              <a:rPr lang="es-ES" noProof="0"/>
              <a:t>Haga clic para modificar el estilo de título del patrón</a:t>
            </a:r>
          </a:p>
        </p:txBody>
      </p:sp>
      <p:sp>
        <p:nvSpPr>
          <p:cNvPr id="10" name="Marcador de texto 9"/>
          <p:cNvSpPr>
            <a:spLocks noGrp="1"/>
          </p:cNvSpPr>
          <p:nvPr>
            <p:ph type="body" sz="quarter" idx="13"/>
          </p:nvPr>
        </p:nvSpPr>
        <p:spPr>
          <a:xfrm>
            <a:off x="1097875" y="3352800"/>
            <a:ext cx="9339184" cy="381000"/>
          </a:xfrm>
        </p:spPr>
        <p:txBody>
          <a:bodyPr rtlCol="0"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rtl="0"/>
            <a:r>
              <a:rPr lang="es-ES" noProof="0"/>
              <a:t>Haga clic para modificar los estilos de texto del patrón</a:t>
            </a:r>
          </a:p>
        </p:txBody>
      </p:sp>
      <p:sp>
        <p:nvSpPr>
          <p:cNvPr id="3" name="Marcador de texto 2"/>
          <p:cNvSpPr>
            <a:spLocks noGrp="1"/>
          </p:cNvSpPr>
          <p:nvPr>
            <p:ph type="body" idx="1"/>
          </p:nvPr>
        </p:nvSpPr>
        <p:spPr>
          <a:xfrm>
            <a:off x="687465" y="4343400"/>
            <a:ext cx="10152367" cy="1447800"/>
          </a:xfrm>
        </p:spPr>
        <p:txBody>
          <a:bodyPr rtlCol="0"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es-ES" noProof="0"/>
              <a:t>Haga clic para modificar los estilos de texto del patrón</a:t>
            </a:r>
          </a:p>
        </p:txBody>
      </p:sp>
      <p:sp>
        <p:nvSpPr>
          <p:cNvPr id="4" name="Marcador de fecha 3"/>
          <p:cNvSpPr>
            <a:spLocks noGrp="1"/>
          </p:cNvSpPr>
          <p:nvPr>
            <p:ph type="dt" sz="half" idx="10"/>
          </p:nvPr>
        </p:nvSpPr>
        <p:spPr/>
        <p:txBody>
          <a:bodyPr rtlCol="0"/>
          <a:lstStyle/>
          <a:p>
            <a:pPr rtl="0"/>
            <a:fld id="{2D098E11-C3BE-4AEC-91BE-C88C988E8BDB}" type="datetime1">
              <a:rPr lang="es-ES" noProof="0" smtClean="0"/>
              <a:t>24/08/2023</a:t>
            </a:fld>
            <a:endParaRPr lang="es-ES" noProof="0"/>
          </a:p>
        </p:txBody>
      </p:sp>
      <p:sp>
        <p:nvSpPr>
          <p:cNvPr id="5" name="Marcador de pie de página 4"/>
          <p:cNvSpPr>
            <a:spLocks noGrp="1"/>
          </p:cNvSpPr>
          <p:nvPr>
            <p:ph type="ftr" sz="quarter" idx="11"/>
          </p:nvPr>
        </p:nvSpPr>
        <p:spPr/>
        <p:txBody>
          <a:bodyPr rtlCol="0"/>
          <a:lstStyle/>
          <a:p>
            <a:pPr rtl="0"/>
            <a:endParaRPr lang="es-ES" noProof="0"/>
          </a:p>
        </p:txBody>
      </p:sp>
      <p:sp>
        <p:nvSpPr>
          <p:cNvPr id="6" name="Marcador de número de diapositiva 5"/>
          <p:cNvSpPr>
            <a:spLocks noGrp="1"/>
          </p:cNvSpPr>
          <p:nvPr>
            <p:ph type="sldNum" sz="quarter" idx="12"/>
          </p:nvPr>
        </p:nvSpPr>
        <p:spPr/>
        <p:txBody>
          <a:bodyPr rtlCol="0"/>
          <a:lstStyle/>
          <a:p>
            <a:pPr rtl="0"/>
            <a:fld id="{69E57DC2-970A-4B3E-BB1C-7A09969E49DF}" type="slidenum">
              <a:rPr lang="es-ES" noProof="0" smtClean="0"/>
              <a:pPr rtl="0"/>
              <a:t>‹#›</a:t>
            </a:fld>
            <a:endParaRPr lang="es-ES" noProof="0"/>
          </a:p>
        </p:txBody>
      </p:sp>
    </p:spTree>
    <p:extLst>
      <p:ext uri="{BB962C8B-B14F-4D97-AF65-F5344CB8AC3E}">
        <p14:creationId xmlns:p14="http://schemas.microsoft.com/office/powerpoint/2010/main" val="3205053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pic>
        <p:nvPicPr>
          <p:cNvPr id="7" name="Imagen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ítulo 1"/>
          <p:cNvSpPr>
            <a:spLocks noGrp="1"/>
          </p:cNvSpPr>
          <p:nvPr>
            <p:ph type="title"/>
          </p:nvPr>
        </p:nvSpPr>
        <p:spPr>
          <a:xfrm>
            <a:off x="685802" y="3308581"/>
            <a:ext cx="10131425" cy="1468800"/>
          </a:xfrm>
        </p:spPr>
        <p:txBody>
          <a:bodyPr rtlCol="0" anchor="b">
            <a:normAutofit/>
          </a:bodyPr>
          <a:lstStyle>
            <a:lvl1pPr algn="l">
              <a:defRPr sz="3200" b="0" cap="none"/>
            </a:lvl1pPr>
          </a:lstStyle>
          <a:p>
            <a:pPr rtl="0"/>
            <a:r>
              <a:rPr lang="es-ES" noProof="0"/>
              <a:t>Haga clic para modificar el estilo de título del patrón</a:t>
            </a:r>
          </a:p>
        </p:txBody>
      </p:sp>
      <p:sp>
        <p:nvSpPr>
          <p:cNvPr id="3" name="Marcador de texto 2"/>
          <p:cNvSpPr>
            <a:spLocks noGrp="1"/>
          </p:cNvSpPr>
          <p:nvPr>
            <p:ph type="body" idx="1"/>
          </p:nvPr>
        </p:nvSpPr>
        <p:spPr>
          <a:xfrm>
            <a:off x="685801" y="4777381"/>
            <a:ext cx="10131426" cy="860400"/>
          </a:xfrm>
        </p:spPr>
        <p:txBody>
          <a:bodyPr rtlCol="0"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es-ES" noProof="0"/>
              <a:t>Haga clic para modificar los estilos de texto del patrón</a:t>
            </a:r>
          </a:p>
        </p:txBody>
      </p:sp>
      <p:sp>
        <p:nvSpPr>
          <p:cNvPr id="4" name="Marcador de fecha 3"/>
          <p:cNvSpPr>
            <a:spLocks noGrp="1"/>
          </p:cNvSpPr>
          <p:nvPr>
            <p:ph type="dt" sz="half" idx="10"/>
          </p:nvPr>
        </p:nvSpPr>
        <p:spPr/>
        <p:txBody>
          <a:bodyPr rtlCol="0"/>
          <a:lstStyle/>
          <a:p>
            <a:pPr rtl="0"/>
            <a:fld id="{EB4B7CB3-EDF5-450E-A384-7B041709A774}" type="datetime1">
              <a:rPr lang="es-ES" noProof="0" smtClean="0"/>
              <a:t>24/08/2023</a:t>
            </a:fld>
            <a:endParaRPr lang="es-ES" noProof="0"/>
          </a:p>
        </p:txBody>
      </p:sp>
      <p:sp>
        <p:nvSpPr>
          <p:cNvPr id="5" name="Marcador de pie de página 4"/>
          <p:cNvSpPr>
            <a:spLocks noGrp="1"/>
          </p:cNvSpPr>
          <p:nvPr>
            <p:ph type="ftr" sz="quarter" idx="11"/>
          </p:nvPr>
        </p:nvSpPr>
        <p:spPr/>
        <p:txBody>
          <a:bodyPr rtlCol="0"/>
          <a:lstStyle/>
          <a:p>
            <a:pPr rtl="0"/>
            <a:endParaRPr lang="es-ES" noProof="0"/>
          </a:p>
        </p:txBody>
      </p:sp>
      <p:sp>
        <p:nvSpPr>
          <p:cNvPr id="6" name="Marcador de número de diapositiva 5"/>
          <p:cNvSpPr>
            <a:spLocks noGrp="1"/>
          </p:cNvSpPr>
          <p:nvPr>
            <p:ph type="sldNum" sz="quarter" idx="12"/>
          </p:nvPr>
        </p:nvSpPr>
        <p:spPr/>
        <p:txBody>
          <a:bodyPr rtlCol="0"/>
          <a:lstStyle/>
          <a:p>
            <a:pPr rtl="0"/>
            <a:fld id="{69E57DC2-970A-4B3E-BB1C-7A09969E49DF}" type="slidenum">
              <a:rPr lang="es-ES" noProof="0" smtClean="0"/>
              <a:pPr rtl="0"/>
              <a:t>‹#›</a:t>
            </a:fld>
            <a:endParaRPr lang="es-ES" noProof="0"/>
          </a:p>
        </p:txBody>
      </p:sp>
    </p:spTree>
    <p:extLst>
      <p:ext uri="{BB962C8B-B14F-4D97-AF65-F5344CB8AC3E}">
        <p14:creationId xmlns:p14="http://schemas.microsoft.com/office/powerpoint/2010/main" val="21785693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ita tarjeta de nombre">
    <p:spTree>
      <p:nvGrpSpPr>
        <p:cNvPr id="1" name=""/>
        <p:cNvGrpSpPr/>
        <p:nvPr/>
      </p:nvGrpSpPr>
      <p:grpSpPr>
        <a:xfrm>
          <a:off x="0" y="0"/>
          <a:ext cx="0" cy="0"/>
          <a:chOff x="0" y="0"/>
          <a:chExt cx="0" cy="0"/>
        </a:xfrm>
      </p:grpSpPr>
      <p:pic>
        <p:nvPicPr>
          <p:cNvPr id="11" name="Imagen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Cuadro de texto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rtl="0"/>
            <a:r>
              <a:rPr lang="es-ES" sz="8000" noProof="0">
                <a:solidFill>
                  <a:schemeClr val="tx1"/>
                </a:solidFill>
                <a:effectLst/>
              </a:rPr>
              <a:t>”</a:t>
            </a:r>
          </a:p>
        </p:txBody>
      </p:sp>
      <p:sp>
        <p:nvSpPr>
          <p:cNvPr id="14" name="Cuadro de texto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rtl="0"/>
            <a:r>
              <a:rPr lang="es-ES" sz="8000" noProof="0">
                <a:solidFill>
                  <a:schemeClr val="tx1"/>
                </a:solidFill>
                <a:effectLst/>
              </a:rPr>
              <a:t>“</a:t>
            </a:r>
          </a:p>
        </p:txBody>
      </p:sp>
      <p:sp>
        <p:nvSpPr>
          <p:cNvPr id="16" name="Título 1"/>
          <p:cNvSpPr>
            <a:spLocks noGrp="1"/>
          </p:cNvSpPr>
          <p:nvPr>
            <p:ph type="title"/>
          </p:nvPr>
        </p:nvSpPr>
        <p:spPr>
          <a:xfrm>
            <a:off x="992267" y="609601"/>
            <a:ext cx="9550399" cy="2743199"/>
          </a:xfrm>
        </p:spPr>
        <p:txBody>
          <a:bodyPr rtlCol="0" anchor="ctr">
            <a:normAutofit/>
          </a:bodyPr>
          <a:lstStyle>
            <a:lvl1pPr algn="l">
              <a:defRPr sz="3200" b="0" cap="none">
                <a:solidFill>
                  <a:schemeClr val="tx1"/>
                </a:solidFill>
              </a:defRPr>
            </a:lvl1pPr>
          </a:lstStyle>
          <a:p>
            <a:pPr rtl="0"/>
            <a:r>
              <a:rPr lang="es-ES" noProof="0"/>
              <a:t>Haga clic para modificar el estilo de título del patrón</a:t>
            </a:r>
          </a:p>
        </p:txBody>
      </p:sp>
      <p:sp>
        <p:nvSpPr>
          <p:cNvPr id="10" name="Marcador de texto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rtl="0">
              <a:spcBef>
                <a:spcPct val="0"/>
              </a:spcBef>
              <a:buNone/>
            </a:pPr>
            <a:r>
              <a:rPr lang="es-ES" noProof="0"/>
              <a:t>Haga clic para modificar los estilos de texto del patrón</a:t>
            </a:r>
          </a:p>
        </p:txBody>
      </p:sp>
      <p:sp>
        <p:nvSpPr>
          <p:cNvPr id="3" name="Marcador de texto 2"/>
          <p:cNvSpPr>
            <a:spLocks noGrp="1"/>
          </p:cNvSpPr>
          <p:nvPr>
            <p:ph type="body" idx="1"/>
          </p:nvPr>
        </p:nvSpPr>
        <p:spPr>
          <a:xfrm>
            <a:off x="685799" y="4775200"/>
            <a:ext cx="10135436" cy="1016000"/>
          </a:xfrm>
        </p:spPr>
        <p:txBody>
          <a:bodyPr rtlCol="0"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es-ES" noProof="0"/>
              <a:t>Haga clic para modificar los estilos de texto del patrón</a:t>
            </a:r>
          </a:p>
        </p:txBody>
      </p:sp>
      <p:sp>
        <p:nvSpPr>
          <p:cNvPr id="4" name="Marcador de fecha 3"/>
          <p:cNvSpPr>
            <a:spLocks noGrp="1"/>
          </p:cNvSpPr>
          <p:nvPr>
            <p:ph type="dt" sz="half" idx="10"/>
          </p:nvPr>
        </p:nvSpPr>
        <p:spPr/>
        <p:txBody>
          <a:bodyPr rtlCol="0"/>
          <a:lstStyle/>
          <a:p>
            <a:pPr rtl="0"/>
            <a:fld id="{FFE3CB04-8628-4BE2-8D9F-839986C200F3}" type="datetime1">
              <a:rPr lang="es-ES" noProof="0" smtClean="0"/>
              <a:t>24/08/2023</a:t>
            </a:fld>
            <a:endParaRPr lang="es-ES" noProof="0"/>
          </a:p>
        </p:txBody>
      </p:sp>
      <p:sp>
        <p:nvSpPr>
          <p:cNvPr id="5" name="Marcador de pie de página 4"/>
          <p:cNvSpPr>
            <a:spLocks noGrp="1"/>
          </p:cNvSpPr>
          <p:nvPr>
            <p:ph type="ftr" sz="quarter" idx="11"/>
          </p:nvPr>
        </p:nvSpPr>
        <p:spPr/>
        <p:txBody>
          <a:bodyPr rtlCol="0"/>
          <a:lstStyle/>
          <a:p>
            <a:pPr rtl="0"/>
            <a:endParaRPr lang="es-ES" noProof="0"/>
          </a:p>
        </p:txBody>
      </p:sp>
      <p:sp>
        <p:nvSpPr>
          <p:cNvPr id="6" name="Marcador de número de diapositiva 5"/>
          <p:cNvSpPr>
            <a:spLocks noGrp="1"/>
          </p:cNvSpPr>
          <p:nvPr>
            <p:ph type="sldNum" sz="quarter" idx="12"/>
          </p:nvPr>
        </p:nvSpPr>
        <p:spPr/>
        <p:txBody>
          <a:bodyPr rtlCol="0"/>
          <a:lstStyle/>
          <a:p>
            <a:pPr rtl="0"/>
            <a:fld id="{69E57DC2-970A-4B3E-BB1C-7A09969E49DF}" type="slidenum">
              <a:rPr lang="es-ES" noProof="0" smtClean="0"/>
              <a:pPr rtl="0"/>
              <a:t>‹#›</a:t>
            </a:fld>
            <a:endParaRPr lang="es-ES" noProof="0"/>
          </a:p>
        </p:txBody>
      </p:sp>
    </p:spTree>
    <p:extLst>
      <p:ext uri="{BB962C8B-B14F-4D97-AF65-F5344CB8AC3E}">
        <p14:creationId xmlns:p14="http://schemas.microsoft.com/office/powerpoint/2010/main" val="30441876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pic>
        <p:nvPicPr>
          <p:cNvPr id="8" name="Imagen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ítulo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rtl="0"/>
            <a:r>
              <a:rPr lang="es-ES" noProof="0"/>
              <a:t>Haga clic para modificar el estilo de título del patrón</a:t>
            </a:r>
          </a:p>
        </p:txBody>
      </p:sp>
      <p:sp>
        <p:nvSpPr>
          <p:cNvPr id="10" name="Marcador de texto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rtl="0">
              <a:spcBef>
                <a:spcPct val="0"/>
              </a:spcBef>
              <a:buNone/>
            </a:pPr>
            <a:r>
              <a:rPr lang="es-ES" noProof="0"/>
              <a:t>Haga clic para modificar los estilos de texto del patrón</a:t>
            </a:r>
          </a:p>
        </p:txBody>
      </p:sp>
      <p:sp>
        <p:nvSpPr>
          <p:cNvPr id="3" name="Marcador de texto 2"/>
          <p:cNvSpPr>
            <a:spLocks noGrp="1"/>
          </p:cNvSpPr>
          <p:nvPr>
            <p:ph type="body" idx="1"/>
          </p:nvPr>
        </p:nvSpPr>
        <p:spPr>
          <a:xfrm>
            <a:off x="685800" y="4343400"/>
            <a:ext cx="10131428" cy="1447800"/>
          </a:xfrm>
        </p:spPr>
        <p:txBody>
          <a:bodyPr rtlCol="0"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es-ES" noProof="0"/>
              <a:t>Haga clic para modificar los estilos de texto del patrón</a:t>
            </a:r>
          </a:p>
        </p:txBody>
      </p:sp>
      <p:sp>
        <p:nvSpPr>
          <p:cNvPr id="4" name="Marcador de fecha 3"/>
          <p:cNvSpPr>
            <a:spLocks noGrp="1"/>
          </p:cNvSpPr>
          <p:nvPr>
            <p:ph type="dt" sz="half" idx="10"/>
          </p:nvPr>
        </p:nvSpPr>
        <p:spPr/>
        <p:txBody>
          <a:bodyPr rtlCol="0"/>
          <a:lstStyle/>
          <a:p>
            <a:pPr rtl="0"/>
            <a:fld id="{49ADF9D5-615E-4B40-B3DA-C7C3E3D8952A}" type="datetime1">
              <a:rPr lang="es-ES" noProof="0" smtClean="0"/>
              <a:t>24/08/2023</a:t>
            </a:fld>
            <a:endParaRPr lang="es-ES" noProof="0"/>
          </a:p>
        </p:txBody>
      </p:sp>
      <p:sp>
        <p:nvSpPr>
          <p:cNvPr id="5" name="Marcador de pie de página 4"/>
          <p:cNvSpPr>
            <a:spLocks noGrp="1"/>
          </p:cNvSpPr>
          <p:nvPr>
            <p:ph type="ftr" sz="quarter" idx="11"/>
          </p:nvPr>
        </p:nvSpPr>
        <p:spPr/>
        <p:txBody>
          <a:bodyPr rtlCol="0"/>
          <a:lstStyle/>
          <a:p>
            <a:pPr rtl="0"/>
            <a:endParaRPr lang="es-ES" noProof="0"/>
          </a:p>
        </p:txBody>
      </p:sp>
      <p:sp>
        <p:nvSpPr>
          <p:cNvPr id="6" name="Marcador de número de diapositiva 5"/>
          <p:cNvSpPr>
            <a:spLocks noGrp="1"/>
          </p:cNvSpPr>
          <p:nvPr>
            <p:ph type="sldNum" sz="quarter" idx="12"/>
          </p:nvPr>
        </p:nvSpPr>
        <p:spPr/>
        <p:txBody>
          <a:bodyPr rtlCol="0"/>
          <a:lstStyle/>
          <a:p>
            <a:pPr rtl="0"/>
            <a:fld id="{69E57DC2-970A-4B3E-BB1C-7A09969E49DF}" type="slidenum">
              <a:rPr lang="es-ES" noProof="0" smtClean="0"/>
              <a:pPr rtl="0"/>
              <a:t>‹#›</a:t>
            </a:fld>
            <a:endParaRPr lang="es-ES" noProof="0"/>
          </a:p>
        </p:txBody>
      </p:sp>
    </p:spTree>
    <p:extLst>
      <p:ext uri="{BB962C8B-B14F-4D97-AF65-F5344CB8AC3E}">
        <p14:creationId xmlns:p14="http://schemas.microsoft.com/office/powerpoint/2010/main" val="42859608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pic>
        <p:nvPicPr>
          <p:cNvPr id="7" name="Imagen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8" name="Título 1"/>
          <p:cNvSpPr>
            <a:spLocks noGrp="1"/>
          </p:cNvSpPr>
          <p:nvPr>
            <p:ph type="title"/>
          </p:nvPr>
        </p:nvSpPr>
        <p:spPr>
          <a:xfrm>
            <a:off x="685801" y="609600"/>
            <a:ext cx="10131425" cy="1456267"/>
          </a:xfrm>
        </p:spPr>
        <p:txBody>
          <a:bodyPr rtlCol="0"/>
          <a:lstStyle/>
          <a:p>
            <a:pPr rtl="0"/>
            <a:r>
              <a:rPr lang="es-ES" noProof="0"/>
              <a:t>Haga clic para modificar el estilo de título del patrón</a:t>
            </a:r>
          </a:p>
        </p:txBody>
      </p:sp>
      <p:sp>
        <p:nvSpPr>
          <p:cNvPr id="3" name="Marcador de posición de texto vertical 2"/>
          <p:cNvSpPr>
            <a:spLocks noGrp="1"/>
          </p:cNvSpPr>
          <p:nvPr>
            <p:ph type="body" orient="vert" idx="1"/>
          </p:nvPr>
        </p:nvSpPr>
        <p:spPr/>
        <p:txBody>
          <a:bodyPr vert="eaVert" rtlCol="0" anchor="t"/>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fecha 3"/>
          <p:cNvSpPr>
            <a:spLocks noGrp="1"/>
          </p:cNvSpPr>
          <p:nvPr>
            <p:ph type="dt" sz="half" idx="10"/>
          </p:nvPr>
        </p:nvSpPr>
        <p:spPr/>
        <p:txBody>
          <a:bodyPr rtlCol="0"/>
          <a:lstStyle/>
          <a:p>
            <a:pPr rtl="0"/>
            <a:fld id="{B62485D5-0708-40FF-87DA-DFD6F1ED03E1}" type="datetime1">
              <a:rPr lang="es-ES" noProof="0" smtClean="0"/>
              <a:t>24/08/2023</a:t>
            </a:fld>
            <a:endParaRPr lang="es-ES" noProof="0"/>
          </a:p>
        </p:txBody>
      </p:sp>
      <p:sp>
        <p:nvSpPr>
          <p:cNvPr id="5" name="Marcador de pie de página 4"/>
          <p:cNvSpPr>
            <a:spLocks noGrp="1"/>
          </p:cNvSpPr>
          <p:nvPr>
            <p:ph type="ftr" sz="quarter" idx="11"/>
          </p:nvPr>
        </p:nvSpPr>
        <p:spPr/>
        <p:txBody>
          <a:bodyPr rtlCol="0"/>
          <a:lstStyle/>
          <a:p>
            <a:pPr rtl="0"/>
            <a:endParaRPr lang="es-ES" noProof="0"/>
          </a:p>
        </p:txBody>
      </p:sp>
      <p:sp>
        <p:nvSpPr>
          <p:cNvPr id="6" name="Marcador de número de diapositiva 5"/>
          <p:cNvSpPr>
            <a:spLocks noGrp="1"/>
          </p:cNvSpPr>
          <p:nvPr>
            <p:ph type="sldNum" sz="quarter" idx="12"/>
          </p:nvPr>
        </p:nvSpPr>
        <p:spPr/>
        <p:txBody>
          <a:bodyPr rtlCol="0"/>
          <a:lstStyle/>
          <a:p>
            <a:pPr rtl="0"/>
            <a:fld id="{69E57DC2-970A-4B3E-BB1C-7A09969E49DF}" type="slidenum">
              <a:rPr lang="es-ES" noProof="0" smtClean="0"/>
              <a:t>‹#›</a:t>
            </a:fld>
            <a:endParaRPr lang="es-ES" noProof="0"/>
          </a:p>
        </p:txBody>
      </p:sp>
    </p:spTree>
    <p:extLst>
      <p:ext uri="{BB962C8B-B14F-4D97-AF65-F5344CB8AC3E}">
        <p14:creationId xmlns:p14="http://schemas.microsoft.com/office/powerpoint/2010/main" val="22021260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pic>
        <p:nvPicPr>
          <p:cNvPr id="7" name="Imagen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ítulo vertical 1"/>
          <p:cNvSpPr>
            <a:spLocks noGrp="1"/>
          </p:cNvSpPr>
          <p:nvPr>
            <p:ph type="title" orient="vert"/>
          </p:nvPr>
        </p:nvSpPr>
        <p:spPr>
          <a:xfrm>
            <a:off x="8658675" y="609599"/>
            <a:ext cx="2158552" cy="5181601"/>
          </a:xfrm>
        </p:spPr>
        <p:txBody>
          <a:bodyPr vert="eaVert" rtlCol="0"/>
          <a:lstStyle/>
          <a:p>
            <a:pPr rtl="0"/>
            <a:r>
              <a:rPr lang="es-ES" noProof="0"/>
              <a:t>Haga clic para modificar el estilo de título del patrón</a:t>
            </a:r>
          </a:p>
        </p:txBody>
      </p:sp>
      <p:sp>
        <p:nvSpPr>
          <p:cNvPr id="3" name="Marcador de posición de texto vertical 2"/>
          <p:cNvSpPr>
            <a:spLocks noGrp="1"/>
          </p:cNvSpPr>
          <p:nvPr>
            <p:ph type="body" orient="vert" idx="1"/>
          </p:nvPr>
        </p:nvSpPr>
        <p:spPr>
          <a:xfrm>
            <a:off x="685800" y="609600"/>
            <a:ext cx="7832116" cy="5181600"/>
          </a:xfrm>
        </p:spPr>
        <p:txBody>
          <a:bodyPr vert="eaVert" rtlCol="0" anchor="t"/>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fecha 3"/>
          <p:cNvSpPr>
            <a:spLocks noGrp="1"/>
          </p:cNvSpPr>
          <p:nvPr>
            <p:ph type="dt" sz="half" idx="10"/>
          </p:nvPr>
        </p:nvSpPr>
        <p:spPr/>
        <p:txBody>
          <a:bodyPr rtlCol="0"/>
          <a:lstStyle/>
          <a:p>
            <a:pPr rtl="0"/>
            <a:fld id="{F15F592F-6928-459D-9C66-BF9E123B0381}" type="datetime1">
              <a:rPr lang="es-ES" noProof="0" smtClean="0"/>
              <a:t>24/08/2023</a:t>
            </a:fld>
            <a:endParaRPr lang="es-ES" noProof="0"/>
          </a:p>
        </p:txBody>
      </p:sp>
      <p:sp>
        <p:nvSpPr>
          <p:cNvPr id="5" name="Marcador de pie de página 4"/>
          <p:cNvSpPr>
            <a:spLocks noGrp="1"/>
          </p:cNvSpPr>
          <p:nvPr>
            <p:ph type="ftr" sz="quarter" idx="11"/>
          </p:nvPr>
        </p:nvSpPr>
        <p:spPr/>
        <p:txBody>
          <a:bodyPr rtlCol="0"/>
          <a:lstStyle/>
          <a:p>
            <a:pPr rtl="0"/>
            <a:endParaRPr lang="es-ES" noProof="0"/>
          </a:p>
        </p:txBody>
      </p:sp>
      <p:sp>
        <p:nvSpPr>
          <p:cNvPr id="6" name="Marcador de número de diapositiva 5"/>
          <p:cNvSpPr>
            <a:spLocks noGrp="1"/>
          </p:cNvSpPr>
          <p:nvPr>
            <p:ph type="sldNum" sz="quarter" idx="12"/>
          </p:nvPr>
        </p:nvSpPr>
        <p:spPr/>
        <p:txBody>
          <a:bodyPr rtlCol="0"/>
          <a:lstStyle/>
          <a:p>
            <a:pPr rtl="0"/>
            <a:fld id="{69E57DC2-970A-4B3E-BB1C-7A09969E49DF}" type="slidenum">
              <a:rPr lang="es-ES" noProof="0" smtClean="0"/>
              <a:t>‹#›</a:t>
            </a:fld>
            <a:endParaRPr lang="es-ES" noProof="0"/>
          </a:p>
        </p:txBody>
      </p:sp>
    </p:spTree>
    <p:extLst>
      <p:ext uri="{BB962C8B-B14F-4D97-AF65-F5344CB8AC3E}">
        <p14:creationId xmlns:p14="http://schemas.microsoft.com/office/powerpoint/2010/main" val="24475429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pPr rtl="0"/>
            <a:r>
              <a:rPr lang="es-ES" noProof="0"/>
              <a:t>Haga clic para modificar el estilo de título del patrón</a:t>
            </a:r>
          </a:p>
        </p:txBody>
      </p:sp>
      <p:sp>
        <p:nvSpPr>
          <p:cNvPr id="3" name="Marcador de texto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fecha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pPr rtl="0"/>
            <a:fld id="{D4FAD132-1BC9-40CE-BE05-559C781AA0B0}" type="datetime1">
              <a:rPr lang="es-ES" noProof="0" smtClean="0"/>
              <a:t>24/08/2023</a:t>
            </a:fld>
            <a:endParaRPr lang="es-ES" noProof="0"/>
          </a:p>
        </p:txBody>
      </p:sp>
      <p:sp>
        <p:nvSpPr>
          <p:cNvPr id="5" name="Marcador de pie de página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pPr rtl="0"/>
            <a:endParaRPr lang="es-ES" noProof="0"/>
          </a:p>
        </p:txBody>
      </p:sp>
      <p:sp>
        <p:nvSpPr>
          <p:cNvPr id="6" name="Marcador de número de diapositiva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pPr rtl="0"/>
            <a:fld id="{69E57DC2-970A-4B3E-BB1C-7A09969E49DF}" type="slidenum">
              <a:rPr lang="es-ES" noProof="0" smtClean="0"/>
              <a:pPr rtl="0"/>
              <a:t>‹#›</a:t>
            </a:fld>
            <a:endParaRPr lang="es-ES" noProof="0"/>
          </a:p>
        </p:txBody>
      </p:sp>
    </p:spTree>
    <p:extLst>
      <p:ext uri="{BB962C8B-B14F-4D97-AF65-F5344CB8AC3E}">
        <p14:creationId xmlns:p14="http://schemas.microsoft.com/office/powerpoint/2010/main" val="645065765"/>
      </p:ext>
    </p:extLst>
  </p:cSld>
  <p:clrMap bg1="dk1" tx1="lt1" bg2="dk2" tx2="lt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 id="2147483757" r:id="rId13"/>
    <p:sldLayoutId id="2147483758" r:id="rId14"/>
    <p:sldLayoutId id="2147483759" r:id="rId15"/>
    <p:sldLayoutId id="2147483760" r:id="rId16"/>
    <p:sldLayoutId id="2147483761" r:id="rId17"/>
  </p:sldLayoutIdLst>
  <p:hf sldNum="0" hdr="0" ftr="0" dt="0"/>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5.png"/><Relationship Id="rId7" Type="http://schemas.openxmlformats.org/officeDocument/2006/relationships/diagramColors" Target="../diagrams/colors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10" Type="http://schemas.openxmlformats.org/officeDocument/2006/relationships/image" Target="../media/image9.png"/><Relationship Id="rId4" Type="http://schemas.openxmlformats.org/officeDocument/2006/relationships/diagramData" Target="../diagrams/data1.xml"/><Relationship Id="rId9"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0C7600-5BA8-4A54-887F-74AF87750A31}"/>
              </a:ext>
            </a:extLst>
          </p:cNvPr>
          <p:cNvSpPr>
            <a:spLocks noGrp="1"/>
          </p:cNvSpPr>
          <p:nvPr>
            <p:ph type="ctrTitle"/>
          </p:nvPr>
        </p:nvSpPr>
        <p:spPr>
          <a:xfrm>
            <a:off x="3962399" y="2554817"/>
            <a:ext cx="7197726" cy="2421464"/>
          </a:xfrm>
        </p:spPr>
        <p:txBody>
          <a:bodyPr rtlCol="0">
            <a:normAutofit/>
          </a:bodyPr>
          <a:lstStyle/>
          <a:p>
            <a:pPr rtl="0"/>
            <a:r>
              <a:rPr lang="es-ES" b="1"/>
              <a:t>Principio de memoria  o experiencia </a:t>
            </a:r>
          </a:p>
        </p:txBody>
      </p:sp>
    </p:spTree>
    <p:extLst>
      <p:ext uri="{BB962C8B-B14F-4D97-AF65-F5344CB8AC3E}">
        <p14:creationId xmlns:p14="http://schemas.microsoft.com/office/powerpoint/2010/main" val="3417721485"/>
      </p:ext>
    </p:extLst>
  </p:cSld>
  <p:clrMapOvr>
    <a:masterClrMapping/>
  </p:clrMapOvr>
  <mc:AlternateContent xmlns:mc="http://schemas.openxmlformats.org/markup-compatibility/2006">
    <mc:Choice xmlns:p14="http://schemas.microsoft.com/office/powerpoint/2010/main" Requires="p14">
      <p:transition spd="slow" p14:dur="1300">
        <p14:pan dir="r"/>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E99F444-FCBD-B140-9C05-E443FA0805C4}"/>
              </a:ext>
            </a:extLst>
          </p:cNvPr>
          <p:cNvSpPr>
            <a:spLocks noGrp="1"/>
          </p:cNvSpPr>
          <p:nvPr>
            <p:ph type="title"/>
          </p:nvPr>
        </p:nvSpPr>
        <p:spPr/>
        <p:txBody>
          <a:bodyPr rtlCol="0">
            <a:normAutofit/>
          </a:bodyPr>
          <a:lstStyle/>
          <a:p>
            <a:pPr rtl="0"/>
            <a:r>
              <a:rPr lang="es-ES" noProof="1"/>
              <a:t>objetivo</a:t>
            </a:r>
          </a:p>
        </p:txBody>
      </p:sp>
      <p:pic>
        <p:nvPicPr>
          <p:cNvPr id="15" name="Marcador de contenido 14" descr="Diagrama&#10;&#10;Descripción generada automáticamente">
            <a:extLst>
              <a:ext uri="{FF2B5EF4-FFF2-40B4-BE49-F238E27FC236}">
                <a16:creationId xmlns:a16="http://schemas.microsoft.com/office/drawing/2014/main" id="{3E1825E6-7D73-F14A-225F-9C45B7DB47A4}"/>
              </a:ext>
            </a:extLst>
          </p:cNvPr>
          <p:cNvPicPr>
            <a:picLocks noGrp="1" noChangeAspect="1"/>
          </p:cNvPicPr>
          <p:nvPr>
            <p:ph idx="1"/>
          </p:nvPr>
        </p:nvPicPr>
        <p:blipFill>
          <a:blip r:embed="rId4"/>
          <a:stretch>
            <a:fillRect/>
          </a:stretch>
        </p:blipFill>
        <p:spPr>
          <a:xfrm>
            <a:off x="4648201" y="1272209"/>
            <a:ext cx="7186698" cy="4800600"/>
          </a:xfrm>
        </p:spPr>
      </p:pic>
      <p:sp>
        <p:nvSpPr>
          <p:cNvPr id="13" name="Marcador de texto 12">
            <a:extLst>
              <a:ext uri="{FF2B5EF4-FFF2-40B4-BE49-F238E27FC236}">
                <a16:creationId xmlns:a16="http://schemas.microsoft.com/office/drawing/2014/main" id="{DB7E4621-A9E1-49B8-3B0A-BC368C646F55}"/>
              </a:ext>
            </a:extLst>
          </p:cNvPr>
          <p:cNvSpPr>
            <a:spLocks noGrp="1"/>
          </p:cNvSpPr>
          <p:nvPr>
            <p:ph type="body" sz="half" idx="2"/>
          </p:nvPr>
        </p:nvSpPr>
        <p:spPr/>
        <p:txBody>
          <a:bodyPr/>
          <a:lstStyle/>
          <a:p>
            <a:r>
              <a:rPr lang="es-ES"/>
              <a:t>Comprender cuál es la percepción que tenemos frente a las cosas según el principio de la memoria </a:t>
            </a:r>
            <a:r>
              <a:rPr lang="es-ES" err="1"/>
              <a:t>Gestalf</a:t>
            </a:r>
            <a:endParaRPr lang="es-ES"/>
          </a:p>
        </p:txBody>
      </p:sp>
    </p:spTree>
    <p:extLst>
      <p:ext uri="{BB962C8B-B14F-4D97-AF65-F5344CB8AC3E}">
        <p14:creationId xmlns:p14="http://schemas.microsoft.com/office/powerpoint/2010/main" val="2913824905"/>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188652B-B439-4AB5-8773-417F1E05177E}"/>
              </a:ext>
            </a:extLst>
          </p:cNvPr>
          <p:cNvSpPr>
            <a:spLocks noGrp="1"/>
          </p:cNvSpPr>
          <p:nvPr>
            <p:ph type="title"/>
          </p:nvPr>
        </p:nvSpPr>
        <p:spPr/>
        <p:txBody>
          <a:bodyPr rtlCol="0"/>
          <a:lstStyle/>
          <a:p>
            <a:r>
              <a:rPr lang="es-ES" noProof="1"/>
              <a:t>Principio de la memoria</a:t>
            </a:r>
          </a:p>
        </p:txBody>
      </p:sp>
      <p:pic>
        <p:nvPicPr>
          <p:cNvPr id="7" name="Marcador de contenido 6" descr="Icono&#10;&#10;Descripción generada automáticamente">
            <a:extLst>
              <a:ext uri="{FF2B5EF4-FFF2-40B4-BE49-F238E27FC236}">
                <a16:creationId xmlns:a16="http://schemas.microsoft.com/office/drawing/2014/main" id="{A9893CBC-AC51-AD47-B43C-0D28EC6A3C6A}"/>
              </a:ext>
            </a:extLst>
          </p:cNvPr>
          <p:cNvPicPr>
            <a:picLocks noGrp="1" noChangeAspect="1"/>
          </p:cNvPicPr>
          <p:nvPr>
            <p:ph idx="1"/>
          </p:nvPr>
        </p:nvPicPr>
        <p:blipFill>
          <a:blip r:embed="rId3"/>
          <a:stretch>
            <a:fillRect/>
          </a:stretch>
        </p:blipFill>
        <p:spPr>
          <a:xfrm>
            <a:off x="5141912" y="609600"/>
            <a:ext cx="5181600" cy="5181600"/>
          </a:xfrm>
        </p:spPr>
      </p:pic>
      <p:sp>
        <p:nvSpPr>
          <p:cNvPr id="10" name="Marcador de texto 9">
            <a:extLst>
              <a:ext uri="{FF2B5EF4-FFF2-40B4-BE49-F238E27FC236}">
                <a16:creationId xmlns:a16="http://schemas.microsoft.com/office/drawing/2014/main" id="{D6D2CD7E-D660-7E89-DCF8-74C5B4C4EF74}"/>
              </a:ext>
            </a:extLst>
          </p:cNvPr>
          <p:cNvSpPr>
            <a:spLocks noGrp="1"/>
          </p:cNvSpPr>
          <p:nvPr>
            <p:ph type="body" sz="half" idx="2"/>
          </p:nvPr>
        </p:nvSpPr>
        <p:spPr/>
        <p:txBody>
          <a:bodyPr/>
          <a:lstStyle/>
          <a:p>
            <a:r>
              <a:rPr lang="es-ES"/>
              <a:t>A mayor frecuencia de la presentación de una imagen mejor percibida será su forma.</a:t>
            </a:r>
          </a:p>
        </p:txBody>
      </p:sp>
    </p:spTree>
    <p:extLst>
      <p:ext uri="{BB962C8B-B14F-4D97-AF65-F5344CB8AC3E}">
        <p14:creationId xmlns:p14="http://schemas.microsoft.com/office/powerpoint/2010/main" val="142939025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ángulo 8">
            <a:extLst>
              <a:ext uri="{FF2B5EF4-FFF2-40B4-BE49-F238E27FC236}">
                <a16:creationId xmlns:a16="http://schemas.microsoft.com/office/drawing/2014/main" id="{ED8F71AE-3184-B55E-962C-929088532EE1}"/>
              </a:ext>
            </a:extLst>
          </p:cNvPr>
          <p:cNvSpPr/>
          <p:nvPr/>
        </p:nvSpPr>
        <p:spPr>
          <a:xfrm>
            <a:off x="7106818" y="3862874"/>
            <a:ext cx="4452256" cy="171545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3" name="Marcador de contenido 2">
            <a:extLst>
              <a:ext uri="{FF2B5EF4-FFF2-40B4-BE49-F238E27FC236}">
                <a16:creationId xmlns:a16="http://schemas.microsoft.com/office/drawing/2014/main" id="{0F318821-8A85-5F92-2D0C-BEBF9D8A035D}"/>
              </a:ext>
            </a:extLst>
          </p:cNvPr>
          <p:cNvSpPr>
            <a:spLocks noGrp="1"/>
          </p:cNvSpPr>
          <p:nvPr>
            <p:ph idx="1"/>
          </p:nvPr>
        </p:nvSpPr>
        <p:spPr>
          <a:xfrm>
            <a:off x="685801" y="1334279"/>
            <a:ext cx="4399383" cy="4456922"/>
          </a:xfrm>
        </p:spPr>
        <p:txBody>
          <a:bodyPr>
            <a:normAutofit/>
          </a:bodyPr>
          <a:lstStyle/>
          <a:p>
            <a:r>
              <a:rPr lang="es-ES" sz="2000">
                <a:latin typeface="Abadi Extra Light" panose="020F0502020204030204" pitchFamily="34" charset="0"/>
              </a:rPr>
              <a:t>Este principio sugiere que, cuando observamos algo, no lo hacemos de manera aislada, sino que consideramos nuestras vivencias previas para darle sentido. Por ejemplo, al ver una forma inusual, podríamos relacionarla con objetos familiares en función de nuestras memorias y experiencias pasadas. Este proceso de interpretación basado en la memoria puede influir en cómo damos sentido a nuevas situaciones o estímulos.</a:t>
            </a:r>
          </a:p>
        </p:txBody>
      </p:sp>
      <p:pic>
        <p:nvPicPr>
          <p:cNvPr id="4" name="Imagen 3">
            <a:extLst>
              <a:ext uri="{FF2B5EF4-FFF2-40B4-BE49-F238E27FC236}">
                <a16:creationId xmlns:a16="http://schemas.microsoft.com/office/drawing/2014/main" id="{AB41B0A3-90B0-BFEF-2BF3-ADC774043614}"/>
              </a:ext>
            </a:extLst>
          </p:cNvPr>
          <p:cNvPicPr>
            <a:picLocks noChangeAspect="1"/>
          </p:cNvPicPr>
          <p:nvPr/>
        </p:nvPicPr>
        <p:blipFill>
          <a:blip r:embed="rId2"/>
          <a:stretch>
            <a:fillRect/>
          </a:stretch>
        </p:blipFill>
        <p:spPr>
          <a:xfrm>
            <a:off x="7669815" y="494952"/>
            <a:ext cx="2304609" cy="2280148"/>
          </a:xfrm>
          <a:prstGeom prst="rect">
            <a:avLst/>
          </a:prstGeom>
        </p:spPr>
      </p:pic>
      <p:pic>
        <p:nvPicPr>
          <p:cNvPr id="11" name="Imagen 10">
            <a:extLst>
              <a:ext uri="{FF2B5EF4-FFF2-40B4-BE49-F238E27FC236}">
                <a16:creationId xmlns:a16="http://schemas.microsoft.com/office/drawing/2014/main" id="{2BB00214-166E-8BB8-FC1A-10B9C42771E9}"/>
              </a:ext>
            </a:extLst>
          </p:cNvPr>
          <p:cNvPicPr>
            <a:picLocks noChangeAspect="1"/>
          </p:cNvPicPr>
          <p:nvPr/>
        </p:nvPicPr>
        <p:blipFill>
          <a:blip r:embed="rId3"/>
          <a:stretch>
            <a:fillRect/>
          </a:stretch>
        </p:blipFill>
        <p:spPr>
          <a:xfrm>
            <a:off x="7302392" y="3990318"/>
            <a:ext cx="4256682" cy="1394064"/>
          </a:xfrm>
          <a:prstGeom prst="rect">
            <a:avLst/>
          </a:prstGeom>
        </p:spPr>
      </p:pic>
    </p:spTree>
    <p:extLst>
      <p:ext uri="{BB962C8B-B14F-4D97-AF65-F5344CB8AC3E}">
        <p14:creationId xmlns:p14="http://schemas.microsoft.com/office/powerpoint/2010/main" val="187374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6" presetClass="entr" presetSubtype="16"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circle(in)">
                                      <p:cBhvr>
                                        <p:cTn id="25"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Imagen 13" descr="Icono&#10;&#10;Descripción generada automáticamente">
            <a:extLst>
              <a:ext uri="{FF2B5EF4-FFF2-40B4-BE49-F238E27FC236}">
                <a16:creationId xmlns:a16="http://schemas.microsoft.com/office/drawing/2014/main" id="{1A523A7C-2EA3-58D6-6BC4-D39C608BC3C5}"/>
              </a:ext>
            </a:extLst>
          </p:cNvPr>
          <p:cNvPicPr>
            <a:picLocks noChangeAspect="1"/>
          </p:cNvPicPr>
          <p:nvPr/>
        </p:nvPicPr>
        <p:blipFill>
          <a:blip r:embed="rId3"/>
          <a:stretch>
            <a:fillRect/>
          </a:stretch>
        </p:blipFill>
        <p:spPr>
          <a:xfrm>
            <a:off x="6420413" y="1177047"/>
            <a:ext cx="5163429" cy="4717915"/>
          </a:xfrm>
          <a:prstGeom prst="rect">
            <a:avLst/>
          </a:prstGeom>
        </p:spPr>
      </p:pic>
      <p:graphicFrame>
        <p:nvGraphicFramePr>
          <p:cNvPr id="5" name="Marcador de contenido 4" descr="Gráfico de SmartArt">
            <a:extLst>
              <a:ext uri="{FF2B5EF4-FFF2-40B4-BE49-F238E27FC236}">
                <a16:creationId xmlns:a16="http://schemas.microsoft.com/office/drawing/2014/main" id="{21A182E9-AC38-4344-9247-5AB4B8F03A26}"/>
              </a:ext>
            </a:extLst>
          </p:cNvPr>
          <p:cNvGraphicFramePr>
            <a:graphicFrameLocks noGrp="1"/>
          </p:cNvGraphicFramePr>
          <p:nvPr>
            <p:ph sz="half" idx="4294967295"/>
            <p:extLst>
              <p:ext uri="{D42A27DB-BD31-4B8C-83A1-F6EECF244321}">
                <p14:modId xmlns:p14="http://schemas.microsoft.com/office/powerpoint/2010/main" val="2804935086"/>
              </p:ext>
            </p:extLst>
          </p:nvPr>
        </p:nvGraphicFramePr>
        <p:xfrm>
          <a:off x="6848272" y="1974715"/>
          <a:ext cx="5343728" cy="381648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8" name="Imagen 7" descr="Logotipo&#10;&#10;Descripción generada automáticamente">
            <a:extLst>
              <a:ext uri="{FF2B5EF4-FFF2-40B4-BE49-F238E27FC236}">
                <a16:creationId xmlns:a16="http://schemas.microsoft.com/office/drawing/2014/main" id="{D7F310B2-5D2A-2747-0C1D-EC591AA56CC8}"/>
              </a:ext>
            </a:extLst>
          </p:cNvPr>
          <p:cNvPicPr>
            <a:picLocks noChangeAspect="1"/>
          </p:cNvPicPr>
          <p:nvPr/>
        </p:nvPicPr>
        <p:blipFill>
          <a:blip r:embed="rId9"/>
          <a:stretch>
            <a:fillRect/>
          </a:stretch>
        </p:blipFill>
        <p:spPr>
          <a:xfrm>
            <a:off x="963038" y="1066800"/>
            <a:ext cx="4569848" cy="4569848"/>
          </a:xfrm>
          <a:prstGeom prst="rect">
            <a:avLst/>
          </a:prstGeom>
        </p:spPr>
      </p:pic>
      <p:pic>
        <p:nvPicPr>
          <p:cNvPr id="12" name="Imagen 11" descr="Icono&#10;&#10;Descripción generada automáticamente">
            <a:extLst>
              <a:ext uri="{FF2B5EF4-FFF2-40B4-BE49-F238E27FC236}">
                <a16:creationId xmlns:a16="http://schemas.microsoft.com/office/drawing/2014/main" id="{C5E81DC6-A415-5F3F-71EF-62285142DC9F}"/>
              </a:ext>
            </a:extLst>
          </p:cNvPr>
          <p:cNvPicPr>
            <a:picLocks noChangeAspect="1"/>
          </p:cNvPicPr>
          <p:nvPr/>
        </p:nvPicPr>
        <p:blipFill>
          <a:blip r:embed="rId10"/>
          <a:stretch>
            <a:fillRect/>
          </a:stretch>
        </p:blipFill>
        <p:spPr>
          <a:xfrm>
            <a:off x="7120647" y="2791838"/>
            <a:ext cx="3727020" cy="1498060"/>
          </a:xfrm>
          <a:prstGeom prst="rect">
            <a:avLst/>
          </a:prstGeom>
        </p:spPr>
      </p:pic>
    </p:spTree>
    <p:extLst>
      <p:ext uri="{BB962C8B-B14F-4D97-AF65-F5344CB8AC3E}">
        <p14:creationId xmlns:p14="http://schemas.microsoft.com/office/powerpoint/2010/main" val="197482840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descr="puntos de luz">
            <a:extLst>
              <a:ext uri="{FF2B5EF4-FFF2-40B4-BE49-F238E27FC236}">
                <a16:creationId xmlns:a16="http://schemas.microsoft.com/office/drawing/2014/main" id="{20A520D0-11CF-4639-8537-F56A8A2FDCFD}"/>
              </a:ext>
            </a:extLst>
          </p:cNvPr>
          <p:cNvPicPr>
            <a:picLocks noChangeAspect="1"/>
          </p:cNvPicPr>
          <p:nvPr/>
        </p:nvPicPr>
        <p:blipFill rotWithShape="1">
          <a:blip r:embed="rId3">
            <a:alphaModFix amt="20000"/>
            <a:extLst>
              <a:ext uri="{28A0092B-C50C-407E-A947-70E740481C1C}">
                <a14:useLocalDpi xmlns:a14="http://schemas.microsoft.com/office/drawing/2010/main"/>
              </a:ext>
            </a:extLst>
          </a:blip>
          <a:srcRect/>
          <a:stretch/>
        </p:blipFill>
        <p:spPr>
          <a:xfrm>
            <a:off x="20" y="10"/>
            <a:ext cx="12191980" cy="6857990"/>
          </a:xfrm>
          <a:prstGeom prst="rect">
            <a:avLst/>
          </a:prstGeom>
        </p:spPr>
      </p:pic>
      <p:sp>
        <p:nvSpPr>
          <p:cNvPr id="2" name="Título 1">
            <a:extLst>
              <a:ext uri="{FF2B5EF4-FFF2-40B4-BE49-F238E27FC236}">
                <a16:creationId xmlns:a16="http://schemas.microsoft.com/office/drawing/2014/main" id="{D44BCB7C-A6FC-4118-9027-468ECFDE6455}"/>
              </a:ext>
            </a:extLst>
          </p:cNvPr>
          <p:cNvSpPr>
            <a:spLocks noGrp="1"/>
          </p:cNvSpPr>
          <p:nvPr>
            <p:ph type="ctrTitle"/>
          </p:nvPr>
        </p:nvSpPr>
        <p:spPr>
          <a:xfrm>
            <a:off x="6193410" y="2394408"/>
            <a:ext cx="4336330" cy="2582945"/>
          </a:xfrm>
        </p:spPr>
        <p:txBody>
          <a:bodyPr rtlCol="0">
            <a:normAutofit/>
          </a:bodyPr>
          <a:lstStyle/>
          <a:p>
            <a:pPr rtl="0"/>
            <a:r>
              <a:rPr lang="es-ES">
                <a:latin typeface="Bodoni MT" panose="02070603080606020203" pitchFamily="18" charset="0"/>
              </a:rPr>
              <a:t>Gracias</a:t>
            </a:r>
          </a:p>
        </p:txBody>
      </p:sp>
    </p:spTree>
    <p:extLst>
      <p:ext uri="{BB962C8B-B14F-4D97-AF65-F5344CB8AC3E}">
        <p14:creationId xmlns:p14="http://schemas.microsoft.com/office/powerpoint/2010/main" val="2939930866"/>
      </p:ext>
    </p:extLst>
  </p:cSld>
  <p:clrMapOvr>
    <a:masterClrMapping/>
  </p:clrMapOvr>
  <p:transition spd="slow">
    <p:wipe/>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3F296A"/>
      </a:dk2>
      <a:lt2>
        <a:srgbClr val="EBEBEB"/>
      </a:lt2>
      <a:accent1>
        <a:srgbClr val="E84574"/>
      </a:accent1>
      <a:accent2>
        <a:srgbClr val="798FF2"/>
      </a:accent2>
      <a:accent3>
        <a:srgbClr val="95C369"/>
      </a:accent3>
      <a:accent4>
        <a:srgbClr val="EE875A"/>
      </a:accent4>
      <a:accent5>
        <a:srgbClr val="C363E8"/>
      </a:accent5>
      <a:accent6>
        <a:srgbClr val="6AADC8"/>
      </a:accent6>
      <a:hlink>
        <a:srgbClr val="FE80C7"/>
      </a:hlink>
      <a:folHlink>
        <a:srgbClr val="FBA3EC"/>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Office_50521707_TF22566005_Win32" id="{2828BC40-604D-4F06-824E-CC6941480347}" vid="{C7F4D5F4-0C49-4F9C-8A37-1B026C50AF6B}"/>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la oficin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93813dd7ca6ad654711aa0ab317e03a3">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f11dc0ce689dd3925e84e4e35398c6e7"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E8D3305-1D9D-4BC8-A40F-6F8AE50BD76B}">
  <ds:schemaRefs>
    <ds:schemaRef ds:uri="16c05727-aa75-4e4a-9b5f-8a80a1165891"/>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1F08B90B-70ED-4539-9C14-FB2728D9064F}">
  <ds:schemaRefs>
    <ds:schemaRef ds:uri="71af3243-3dd4-4a8d-8c0d-dd76da1f02a5"/>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A0D51BCB-0419-432E-B7F1-25548446A62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Diseño futurista</Template>
  <Application>Microsoft Office PowerPoint</Application>
  <PresentationFormat>Widescreen</PresentationFormat>
  <Slides>6</Slides>
  <Notes>5</Notes>
  <HiddenSlides>0</HiddenSlide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Celestial</vt:lpstr>
      <vt:lpstr>Principio de memoria  o experiencia </vt:lpstr>
      <vt:lpstr>objetivo</vt:lpstr>
      <vt:lpstr>Principio de la memoria</vt:lpstr>
      <vt:lpstr>PowerPoint Presentation</vt:lpstr>
      <vt:lpstr>PowerPoint Presentation</vt:lpstr>
      <vt:lpstr>Gracias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Principio de memoria  o experiencia </dc:title>
  <dc:creator>Brayan Chaparro</dc:creator>
  <cp:revision>1</cp:revision>
  <dcterms:created xsi:type="dcterms:W3CDTF">2023-08-24T22:33:41Z</dcterms:created>
  <dcterms:modified xsi:type="dcterms:W3CDTF">2023-08-24T23:24:30Z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